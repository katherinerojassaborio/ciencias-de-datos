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935E56D-EAE9-4BD9-BAD5-E415AC8D63B9}">
          <p14:sldIdLst>
            <p14:sldId id="256"/>
            <p14:sldId id="267"/>
            <p14:sldId id="258"/>
            <p14:sldId id="259"/>
          </p14:sldIdLst>
        </p14:section>
        <p14:section name="--------------------" id="{322397C8-778D-4209-B89E-39B04AF0BC99}">
          <p14:sldIdLst>
            <p14:sldId id="260"/>
            <p14:sldId id="261"/>
          </p14:sldIdLst>
        </p14:section>
        <p14:section name="-----------------" id="{6AA26FB6-9FDE-49A9-8830-99A7CC962091}">
          <p14:sldIdLst>
            <p14:sldId id="262"/>
            <p14:sldId id="263"/>
          </p14:sldIdLst>
        </p14:section>
        <p14:section name="-----------" id="{F7682E69-AB05-4FE7-BA06-41193387D038}">
          <p14:sldIdLst>
            <p14:sldId id="264"/>
            <p14:sldId id="265"/>
          </p14:sldIdLst>
        </p14:section>
        <p14:section name="-------------" id="{9623D978-F3D6-44E0-9481-5738378B6A5D}">
          <p14:sldIdLst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1B132A-81D9-4854-8467-39F5005E9B3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BBFB95-ECD5-472E-8D6C-7F0181A758A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Tipo:</a:t>
          </a:r>
          <a:br>
            <a:rPr lang="es-ES" dirty="0"/>
          </a:br>
          <a:r>
            <a:rPr lang="es-ES" dirty="0"/>
            <a:t>-Estructurado</a:t>
          </a:r>
          <a:br>
            <a:rPr lang="es-ES" dirty="0"/>
          </a:br>
          <a:endParaRPr lang="en-US" dirty="0"/>
        </a:p>
      </dgm:t>
    </dgm:pt>
    <dgm:pt modelId="{A6733B69-07C1-44B3-8531-44CEC2C5A6E2}" type="parTrans" cxnId="{24B018ED-09F6-41C3-BAD7-3D2A432EDD94}">
      <dgm:prSet/>
      <dgm:spPr/>
      <dgm:t>
        <a:bodyPr/>
        <a:lstStyle/>
        <a:p>
          <a:endParaRPr lang="en-US"/>
        </a:p>
      </dgm:t>
    </dgm:pt>
    <dgm:pt modelId="{52A981A5-5393-4522-B1F4-7005D9E85F08}" type="sibTrans" cxnId="{24B018ED-09F6-41C3-BAD7-3D2A432EDD94}">
      <dgm:prSet/>
      <dgm:spPr/>
      <dgm:t>
        <a:bodyPr/>
        <a:lstStyle/>
        <a:p>
          <a:endParaRPr lang="en-US"/>
        </a:p>
      </dgm:t>
    </dgm:pt>
    <dgm:pt modelId="{6086A8FA-DA14-468A-8A36-DC36223DF80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En que empresa se puede utilizar:</a:t>
          </a:r>
          <a:br>
            <a:rPr lang="es-ES" dirty="0"/>
          </a:br>
          <a:r>
            <a:rPr lang="es-ES" dirty="0"/>
            <a:t>-Supermercados, bancos, tiendas</a:t>
          </a:r>
          <a:endParaRPr lang="en-US" dirty="0"/>
        </a:p>
      </dgm:t>
    </dgm:pt>
    <dgm:pt modelId="{D16E83B7-5760-4506-9DEF-843B89CDCC39}" type="parTrans" cxnId="{7ABE8ABB-60E9-4D0B-8797-08E4EAD8FC3E}">
      <dgm:prSet/>
      <dgm:spPr/>
      <dgm:t>
        <a:bodyPr/>
        <a:lstStyle/>
        <a:p>
          <a:endParaRPr lang="en-US"/>
        </a:p>
      </dgm:t>
    </dgm:pt>
    <dgm:pt modelId="{8C4C536A-3048-4A2B-8698-D862A1B4988D}" type="sibTrans" cxnId="{7ABE8ABB-60E9-4D0B-8797-08E4EAD8FC3E}">
      <dgm:prSet/>
      <dgm:spPr/>
      <dgm:t>
        <a:bodyPr/>
        <a:lstStyle/>
        <a:p>
          <a:endParaRPr lang="en-US"/>
        </a:p>
      </dgm:t>
    </dgm:pt>
    <dgm:pt modelId="{9086945C-9970-4164-A56C-45D45D3F367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Información que contiene:</a:t>
          </a:r>
          <a:br>
            <a:rPr lang="es-ES" dirty="0"/>
          </a:br>
          <a:r>
            <a:rPr lang="es-ES" dirty="0"/>
            <a:t>-Ventas, clientes, inventarios, empleados.</a:t>
          </a:r>
          <a:endParaRPr lang="en-US" dirty="0"/>
        </a:p>
      </dgm:t>
    </dgm:pt>
    <dgm:pt modelId="{E9B9E0DC-D383-4DD9-9447-27B43F8CE5CF}" type="sibTrans" cxnId="{FD7CE1D4-1AB0-49A2-BBB2-B8EF1E27DAEC}">
      <dgm:prSet/>
      <dgm:spPr/>
      <dgm:t>
        <a:bodyPr/>
        <a:lstStyle/>
        <a:p>
          <a:endParaRPr lang="en-US"/>
        </a:p>
      </dgm:t>
    </dgm:pt>
    <dgm:pt modelId="{B49EBF50-9F91-4DEF-B3D5-43A102CB90D6}" type="parTrans" cxnId="{FD7CE1D4-1AB0-49A2-BBB2-B8EF1E27DAEC}">
      <dgm:prSet/>
      <dgm:spPr/>
      <dgm:t>
        <a:bodyPr/>
        <a:lstStyle/>
        <a:p>
          <a:endParaRPr lang="en-US"/>
        </a:p>
      </dgm:t>
    </dgm:pt>
    <dgm:pt modelId="{7B7A1931-3D96-4553-B83F-62DC9BEF5041}" type="pres">
      <dgm:prSet presAssocID="{C41B132A-81D9-4854-8467-39F5005E9B33}" presName="root" presStyleCnt="0">
        <dgm:presLayoutVars>
          <dgm:dir/>
          <dgm:resizeHandles val="exact"/>
        </dgm:presLayoutVars>
      </dgm:prSet>
      <dgm:spPr/>
    </dgm:pt>
    <dgm:pt modelId="{1BD252A9-D59F-4E8C-A3F5-2A806E7FB0E3}" type="pres">
      <dgm:prSet presAssocID="{84BBFB95-ECD5-472E-8D6C-7F0181A758AD}" presName="compNode" presStyleCnt="0"/>
      <dgm:spPr/>
    </dgm:pt>
    <dgm:pt modelId="{0F4C1A69-A400-4AB0-B393-92420DB27C3F}" type="pres">
      <dgm:prSet presAssocID="{84BBFB95-ECD5-472E-8D6C-7F0181A758AD}" presName="bgRect" presStyleLbl="bgShp" presStyleIdx="0" presStyleCnt="3"/>
      <dgm:spPr/>
    </dgm:pt>
    <dgm:pt modelId="{EE2A2234-C734-43B4-91A6-63B08E329DD9}" type="pres">
      <dgm:prSet presAssocID="{84BBFB95-ECD5-472E-8D6C-7F0181A758A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B0BB0662-C4A1-4A12-BD9F-85A1F30849C3}" type="pres">
      <dgm:prSet presAssocID="{84BBFB95-ECD5-472E-8D6C-7F0181A758AD}" presName="spaceRect" presStyleCnt="0"/>
      <dgm:spPr/>
    </dgm:pt>
    <dgm:pt modelId="{C94FE955-38C2-4FD2-8A21-962DDA8B12D6}" type="pres">
      <dgm:prSet presAssocID="{84BBFB95-ECD5-472E-8D6C-7F0181A758AD}" presName="parTx" presStyleLbl="revTx" presStyleIdx="0" presStyleCnt="3">
        <dgm:presLayoutVars>
          <dgm:chMax val="0"/>
          <dgm:chPref val="0"/>
        </dgm:presLayoutVars>
      </dgm:prSet>
      <dgm:spPr/>
    </dgm:pt>
    <dgm:pt modelId="{28C49611-2FF0-4DE2-96A1-5C4B9F63D943}" type="pres">
      <dgm:prSet presAssocID="{52A981A5-5393-4522-B1F4-7005D9E85F08}" presName="sibTrans" presStyleCnt="0"/>
      <dgm:spPr/>
    </dgm:pt>
    <dgm:pt modelId="{D7DA9FB4-E9C8-4632-B54D-8651E5A3CE21}" type="pres">
      <dgm:prSet presAssocID="{9086945C-9970-4164-A56C-45D45D3F3676}" presName="compNode" presStyleCnt="0"/>
      <dgm:spPr/>
    </dgm:pt>
    <dgm:pt modelId="{FFFC8E98-C745-49E6-9EA7-2244E668267F}" type="pres">
      <dgm:prSet presAssocID="{9086945C-9970-4164-A56C-45D45D3F3676}" presName="bgRect" presStyleLbl="bgShp" presStyleIdx="1" presStyleCnt="3"/>
      <dgm:spPr/>
    </dgm:pt>
    <dgm:pt modelId="{31B7CE4B-52B2-4E09-A300-A5C451172491}" type="pres">
      <dgm:prSet presAssocID="{9086945C-9970-4164-A56C-45D45D3F367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ABF96970-0C84-43E8-8157-EEF99FBA2CCD}" type="pres">
      <dgm:prSet presAssocID="{9086945C-9970-4164-A56C-45D45D3F3676}" presName="spaceRect" presStyleCnt="0"/>
      <dgm:spPr/>
    </dgm:pt>
    <dgm:pt modelId="{1C1C6D44-7AD2-4644-BD7B-E6B06E4AFF7F}" type="pres">
      <dgm:prSet presAssocID="{9086945C-9970-4164-A56C-45D45D3F3676}" presName="parTx" presStyleLbl="revTx" presStyleIdx="1" presStyleCnt="3">
        <dgm:presLayoutVars>
          <dgm:chMax val="0"/>
          <dgm:chPref val="0"/>
        </dgm:presLayoutVars>
      </dgm:prSet>
      <dgm:spPr/>
    </dgm:pt>
    <dgm:pt modelId="{151BD5B3-61B1-442A-B861-0E869AB10E4F}" type="pres">
      <dgm:prSet presAssocID="{E9B9E0DC-D383-4DD9-9447-27B43F8CE5CF}" presName="sibTrans" presStyleCnt="0"/>
      <dgm:spPr/>
    </dgm:pt>
    <dgm:pt modelId="{9301540F-8141-42C1-94C1-9D9496E746E4}" type="pres">
      <dgm:prSet presAssocID="{6086A8FA-DA14-468A-8A36-DC36223DF803}" presName="compNode" presStyleCnt="0"/>
      <dgm:spPr/>
    </dgm:pt>
    <dgm:pt modelId="{4025AAE0-AE10-4109-BC37-9004D3CBC4D5}" type="pres">
      <dgm:prSet presAssocID="{6086A8FA-DA14-468A-8A36-DC36223DF803}" presName="bgRect" presStyleLbl="bgShp" presStyleIdx="2" presStyleCnt="3"/>
      <dgm:spPr/>
    </dgm:pt>
    <dgm:pt modelId="{FB10A18B-563C-4D8B-9CBA-3C518777DE51}" type="pres">
      <dgm:prSet presAssocID="{6086A8FA-DA14-468A-8A36-DC36223DF80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E06433DD-4900-4264-9DD9-87AB9985F3DD}" type="pres">
      <dgm:prSet presAssocID="{6086A8FA-DA14-468A-8A36-DC36223DF803}" presName="spaceRect" presStyleCnt="0"/>
      <dgm:spPr/>
    </dgm:pt>
    <dgm:pt modelId="{40C0528D-4101-4D8C-921B-87BA56A4AF81}" type="pres">
      <dgm:prSet presAssocID="{6086A8FA-DA14-468A-8A36-DC36223DF80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57572D-4E52-441E-B72B-55C1E1C5CEEF}" type="presOf" srcId="{9086945C-9970-4164-A56C-45D45D3F3676}" destId="{1C1C6D44-7AD2-4644-BD7B-E6B06E4AFF7F}" srcOrd="0" destOrd="0" presId="urn:microsoft.com/office/officeart/2018/2/layout/IconVerticalSolidList"/>
    <dgm:cxn modelId="{AC8B736C-F1B0-4637-96ED-97B93F5727D2}" type="presOf" srcId="{84BBFB95-ECD5-472E-8D6C-7F0181A758AD}" destId="{C94FE955-38C2-4FD2-8A21-962DDA8B12D6}" srcOrd="0" destOrd="0" presId="urn:microsoft.com/office/officeart/2018/2/layout/IconVerticalSolidList"/>
    <dgm:cxn modelId="{CBEF3D71-D6D3-4C21-979F-8105FEBFA074}" type="presOf" srcId="{C41B132A-81D9-4854-8467-39F5005E9B33}" destId="{7B7A1931-3D96-4553-B83F-62DC9BEF5041}" srcOrd="0" destOrd="0" presId="urn:microsoft.com/office/officeart/2018/2/layout/IconVerticalSolidList"/>
    <dgm:cxn modelId="{4A4AD67D-1DA9-46EE-AFB4-DAF1DD74CD78}" type="presOf" srcId="{6086A8FA-DA14-468A-8A36-DC36223DF803}" destId="{40C0528D-4101-4D8C-921B-87BA56A4AF81}" srcOrd="0" destOrd="0" presId="urn:microsoft.com/office/officeart/2018/2/layout/IconVerticalSolidList"/>
    <dgm:cxn modelId="{7ABE8ABB-60E9-4D0B-8797-08E4EAD8FC3E}" srcId="{C41B132A-81D9-4854-8467-39F5005E9B33}" destId="{6086A8FA-DA14-468A-8A36-DC36223DF803}" srcOrd="2" destOrd="0" parTransId="{D16E83B7-5760-4506-9DEF-843B89CDCC39}" sibTransId="{8C4C536A-3048-4A2B-8698-D862A1B4988D}"/>
    <dgm:cxn modelId="{FD7CE1D4-1AB0-49A2-BBB2-B8EF1E27DAEC}" srcId="{C41B132A-81D9-4854-8467-39F5005E9B33}" destId="{9086945C-9970-4164-A56C-45D45D3F3676}" srcOrd="1" destOrd="0" parTransId="{B49EBF50-9F91-4DEF-B3D5-43A102CB90D6}" sibTransId="{E9B9E0DC-D383-4DD9-9447-27B43F8CE5CF}"/>
    <dgm:cxn modelId="{24B018ED-09F6-41C3-BAD7-3D2A432EDD94}" srcId="{C41B132A-81D9-4854-8467-39F5005E9B33}" destId="{84BBFB95-ECD5-472E-8D6C-7F0181A758AD}" srcOrd="0" destOrd="0" parTransId="{A6733B69-07C1-44B3-8531-44CEC2C5A6E2}" sibTransId="{52A981A5-5393-4522-B1F4-7005D9E85F08}"/>
    <dgm:cxn modelId="{ABB2411B-067A-4F79-9A5D-D7BF62C4D9F1}" type="presParOf" srcId="{7B7A1931-3D96-4553-B83F-62DC9BEF5041}" destId="{1BD252A9-D59F-4E8C-A3F5-2A806E7FB0E3}" srcOrd="0" destOrd="0" presId="urn:microsoft.com/office/officeart/2018/2/layout/IconVerticalSolidList"/>
    <dgm:cxn modelId="{5AD49EE1-50F5-4AD3-A8E9-040B55AEE8DF}" type="presParOf" srcId="{1BD252A9-D59F-4E8C-A3F5-2A806E7FB0E3}" destId="{0F4C1A69-A400-4AB0-B393-92420DB27C3F}" srcOrd="0" destOrd="0" presId="urn:microsoft.com/office/officeart/2018/2/layout/IconVerticalSolidList"/>
    <dgm:cxn modelId="{F5D4BE2D-E435-4EE2-B27B-C71416D0E016}" type="presParOf" srcId="{1BD252A9-D59F-4E8C-A3F5-2A806E7FB0E3}" destId="{EE2A2234-C734-43B4-91A6-63B08E329DD9}" srcOrd="1" destOrd="0" presId="urn:microsoft.com/office/officeart/2018/2/layout/IconVerticalSolidList"/>
    <dgm:cxn modelId="{B292650C-E257-4E32-AEB8-6541856108F9}" type="presParOf" srcId="{1BD252A9-D59F-4E8C-A3F5-2A806E7FB0E3}" destId="{B0BB0662-C4A1-4A12-BD9F-85A1F30849C3}" srcOrd="2" destOrd="0" presId="urn:microsoft.com/office/officeart/2018/2/layout/IconVerticalSolidList"/>
    <dgm:cxn modelId="{D19F8B21-5019-41CD-B3A1-1285333CE3E2}" type="presParOf" srcId="{1BD252A9-D59F-4E8C-A3F5-2A806E7FB0E3}" destId="{C94FE955-38C2-4FD2-8A21-962DDA8B12D6}" srcOrd="3" destOrd="0" presId="urn:microsoft.com/office/officeart/2018/2/layout/IconVerticalSolidList"/>
    <dgm:cxn modelId="{1264D631-3198-44FA-AD08-614C4D06CD55}" type="presParOf" srcId="{7B7A1931-3D96-4553-B83F-62DC9BEF5041}" destId="{28C49611-2FF0-4DE2-96A1-5C4B9F63D943}" srcOrd="1" destOrd="0" presId="urn:microsoft.com/office/officeart/2018/2/layout/IconVerticalSolidList"/>
    <dgm:cxn modelId="{13016EBB-5D8C-4078-98D5-7FB56BD5C703}" type="presParOf" srcId="{7B7A1931-3D96-4553-B83F-62DC9BEF5041}" destId="{D7DA9FB4-E9C8-4632-B54D-8651E5A3CE21}" srcOrd="2" destOrd="0" presId="urn:microsoft.com/office/officeart/2018/2/layout/IconVerticalSolidList"/>
    <dgm:cxn modelId="{8F861EF6-8C01-4262-AE47-4D10B03D081F}" type="presParOf" srcId="{D7DA9FB4-E9C8-4632-B54D-8651E5A3CE21}" destId="{FFFC8E98-C745-49E6-9EA7-2244E668267F}" srcOrd="0" destOrd="0" presId="urn:microsoft.com/office/officeart/2018/2/layout/IconVerticalSolidList"/>
    <dgm:cxn modelId="{B941DD08-2312-47F5-BD6B-3C7B03555C52}" type="presParOf" srcId="{D7DA9FB4-E9C8-4632-B54D-8651E5A3CE21}" destId="{31B7CE4B-52B2-4E09-A300-A5C451172491}" srcOrd="1" destOrd="0" presId="urn:microsoft.com/office/officeart/2018/2/layout/IconVerticalSolidList"/>
    <dgm:cxn modelId="{38BD5EB4-2506-41B4-AF8F-7566D73668E7}" type="presParOf" srcId="{D7DA9FB4-E9C8-4632-B54D-8651E5A3CE21}" destId="{ABF96970-0C84-43E8-8157-EEF99FBA2CCD}" srcOrd="2" destOrd="0" presId="urn:microsoft.com/office/officeart/2018/2/layout/IconVerticalSolidList"/>
    <dgm:cxn modelId="{662D9467-6C50-43D8-BF6E-78691B04DF4A}" type="presParOf" srcId="{D7DA9FB4-E9C8-4632-B54D-8651E5A3CE21}" destId="{1C1C6D44-7AD2-4644-BD7B-E6B06E4AFF7F}" srcOrd="3" destOrd="0" presId="urn:microsoft.com/office/officeart/2018/2/layout/IconVerticalSolidList"/>
    <dgm:cxn modelId="{EEFC04FD-7E7C-464F-BE91-32C99D88D8A2}" type="presParOf" srcId="{7B7A1931-3D96-4553-B83F-62DC9BEF5041}" destId="{151BD5B3-61B1-442A-B861-0E869AB10E4F}" srcOrd="3" destOrd="0" presId="urn:microsoft.com/office/officeart/2018/2/layout/IconVerticalSolidList"/>
    <dgm:cxn modelId="{C59338F7-CD53-4357-9495-4B66A235E7B1}" type="presParOf" srcId="{7B7A1931-3D96-4553-B83F-62DC9BEF5041}" destId="{9301540F-8141-42C1-94C1-9D9496E746E4}" srcOrd="4" destOrd="0" presId="urn:microsoft.com/office/officeart/2018/2/layout/IconVerticalSolidList"/>
    <dgm:cxn modelId="{7236952F-7DA2-46A5-AFC7-F01CEADB0783}" type="presParOf" srcId="{9301540F-8141-42C1-94C1-9D9496E746E4}" destId="{4025AAE0-AE10-4109-BC37-9004D3CBC4D5}" srcOrd="0" destOrd="0" presId="urn:microsoft.com/office/officeart/2018/2/layout/IconVerticalSolidList"/>
    <dgm:cxn modelId="{C74B0A62-E8A5-4B92-82DE-867628F662DC}" type="presParOf" srcId="{9301540F-8141-42C1-94C1-9D9496E746E4}" destId="{FB10A18B-563C-4D8B-9CBA-3C518777DE51}" srcOrd="1" destOrd="0" presId="urn:microsoft.com/office/officeart/2018/2/layout/IconVerticalSolidList"/>
    <dgm:cxn modelId="{3323E9E7-ADD9-4751-A761-0817FFA57F92}" type="presParOf" srcId="{9301540F-8141-42C1-94C1-9D9496E746E4}" destId="{E06433DD-4900-4264-9DD9-87AB9985F3DD}" srcOrd="2" destOrd="0" presId="urn:microsoft.com/office/officeart/2018/2/layout/IconVerticalSolidList"/>
    <dgm:cxn modelId="{478A4160-5BA4-4051-9604-DB9FD2183AC4}" type="presParOf" srcId="{9301540F-8141-42C1-94C1-9D9496E746E4}" destId="{40C0528D-4101-4D8C-921B-87BA56A4AF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1B132A-81D9-4854-8467-39F5005E9B3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BBFB95-ECD5-472E-8D6C-7F0181A758A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Tipo:</a:t>
          </a:r>
          <a:br>
            <a:rPr lang="es-ES"/>
          </a:br>
          <a:r>
            <a:rPr lang="es-ES"/>
            <a:t>-Estructurado</a:t>
          </a:r>
          <a:br>
            <a:rPr lang="es-ES"/>
          </a:br>
          <a:endParaRPr lang="en-US"/>
        </a:p>
      </dgm:t>
    </dgm:pt>
    <dgm:pt modelId="{A6733B69-07C1-44B3-8531-44CEC2C5A6E2}" type="parTrans" cxnId="{24B018ED-09F6-41C3-BAD7-3D2A432EDD94}">
      <dgm:prSet/>
      <dgm:spPr/>
      <dgm:t>
        <a:bodyPr/>
        <a:lstStyle/>
        <a:p>
          <a:endParaRPr lang="en-US"/>
        </a:p>
      </dgm:t>
    </dgm:pt>
    <dgm:pt modelId="{52A981A5-5393-4522-B1F4-7005D9E85F08}" type="sibTrans" cxnId="{24B018ED-09F6-41C3-BAD7-3D2A432EDD94}">
      <dgm:prSet/>
      <dgm:spPr/>
      <dgm:t>
        <a:bodyPr/>
        <a:lstStyle/>
        <a:p>
          <a:endParaRPr lang="en-US"/>
        </a:p>
      </dgm:t>
    </dgm:pt>
    <dgm:pt modelId="{9086945C-9970-4164-A56C-45D45D3F367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Información que contiene:</a:t>
          </a:r>
          <a:br>
            <a:rPr lang="es-ES"/>
          </a:br>
          <a:r>
            <a:rPr lang="es-ES"/>
            <a:t>- Reportes, inventarios, Presupuestos…</a:t>
          </a:r>
          <a:endParaRPr lang="en-US"/>
        </a:p>
      </dgm:t>
    </dgm:pt>
    <dgm:pt modelId="{B49EBF50-9F91-4DEF-B3D5-43A102CB90D6}" type="parTrans" cxnId="{FD7CE1D4-1AB0-49A2-BBB2-B8EF1E27DAEC}">
      <dgm:prSet/>
      <dgm:spPr/>
      <dgm:t>
        <a:bodyPr/>
        <a:lstStyle/>
        <a:p>
          <a:endParaRPr lang="en-US"/>
        </a:p>
      </dgm:t>
    </dgm:pt>
    <dgm:pt modelId="{E9B9E0DC-D383-4DD9-9447-27B43F8CE5CF}" type="sibTrans" cxnId="{FD7CE1D4-1AB0-49A2-BBB2-B8EF1E27DAEC}">
      <dgm:prSet/>
      <dgm:spPr/>
      <dgm:t>
        <a:bodyPr/>
        <a:lstStyle/>
        <a:p>
          <a:endParaRPr lang="en-US"/>
        </a:p>
      </dgm:t>
    </dgm:pt>
    <dgm:pt modelId="{6086A8FA-DA14-468A-8A36-DC36223DF80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En que empresa se puede utilizar:</a:t>
          </a:r>
          <a:br>
            <a:rPr lang="es-ES"/>
          </a:br>
          <a:r>
            <a:rPr lang="es-ES"/>
            <a:t>- Empresas de cualquier tipo que necesite registrar actividad de la empresa o clientes</a:t>
          </a:r>
          <a:endParaRPr lang="en-US"/>
        </a:p>
      </dgm:t>
    </dgm:pt>
    <dgm:pt modelId="{D16E83B7-5760-4506-9DEF-843B89CDCC39}" type="parTrans" cxnId="{7ABE8ABB-60E9-4D0B-8797-08E4EAD8FC3E}">
      <dgm:prSet/>
      <dgm:spPr/>
      <dgm:t>
        <a:bodyPr/>
        <a:lstStyle/>
        <a:p>
          <a:endParaRPr lang="en-US"/>
        </a:p>
      </dgm:t>
    </dgm:pt>
    <dgm:pt modelId="{8C4C536A-3048-4A2B-8698-D862A1B4988D}" type="sibTrans" cxnId="{7ABE8ABB-60E9-4D0B-8797-08E4EAD8FC3E}">
      <dgm:prSet/>
      <dgm:spPr/>
      <dgm:t>
        <a:bodyPr/>
        <a:lstStyle/>
        <a:p>
          <a:endParaRPr lang="en-US"/>
        </a:p>
      </dgm:t>
    </dgm:pt>
    <dgm:pt modelId="{7B7A1931-3D96-4553-B83F-62DC9BEF5041}" type="pres">
      <dgm:prSet presAssocID="{C41B132A-81D9-4854-8467-39F5005E9B33}" presName="root" presStyleCnt="0">
        <dgm:presLayoutVars>
          <dgm:dir/>
          <dgm:resizeHandles val="exact"/>
        </dgm:presLayoutVars>
      </dgm:prSet>
      <dgm:spPr/>
    </dgm:pt>
    <dgm:pt modelId="{1BD252A9-D59F-4E8C-A3F5-2A806E7FB0E3}" type="pres">
      <dgm:prSet presAssocID="{84BBFB95-ECD5-472E-8D6C-7F0181A758AD}" presName="compNode" presStyleCnt="0"/>
      <dgm:spPr/>
    </dgm:pt>
    <dgm:pt modelId="{0F4C1A69-A400-4AB0-B393-92420DB27C3F}" type="pres">
      <dgm:prSet presAssocID="{84BBFB95-ECD5-472E-8D6C-7F0181A758AD}" presName="bgRect" presStyleLbl="bgShp" presStyleIdx="0" presStyleCnt="3"/>
      <dgm:spPr/>
    </dgm:pt>
    <dgm:pt modelId="{EE2A2234-C734-43B4-91A6-63B08E329DD9}" type="pres">
      <dgm:prSet presAssocID="{84BBFB95-ECD5-472E-8D6C-7F0181A758A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B0BB0662-C4A1-4A12-BD9F-85A1F30849C3}" type="pres">
      <dgm:prSet presAssocID="{84BBFB95-ECD5-472E-8D6C-7F0181A758AD}" presName="spaceRect" presStyleCnt="0"/>
      <dgm:spPr/>
    </dgm:pt>
    <dgm:pt modelId="{C94FE955-38C2-4FD2-8A21-962DDA8B12D6}" type="pres">
      <dgm:prSet presAssocID="{84BBFB95-ECD5-472E-8D6C-7F0181A758AD}" presName="parTx" presStyleLbl="revTx" presStyleIdx="0" presStyleCnt="3">
        <dgm:presLayoutVars>
          <dgm:chMax val="0"/>
          <dgm:chPref val="0"/>
        </dgm:presLayoutVars>
      </dgm:prSet>
      <dgm:spPr/>
    </dgm:pt>
    <dgm:pt modelId="{28C49611-2FF0-4DE2-96A1-5C4B9F63D943}" type="pres">
      <dgm:prSet presAssocID="{52A981A5-5393-4522-B1F4-7005D9E85F08}" presName="sibTrans" presStyleCnt="0"/>
      <dgm:spPr/>
    </dgm:pt>
    <dgm:pt modelId="{D7DA9FB4-E9C8-4632-B54D-8651E5A3CE21}" type="pres">
      <dgm:prSet presAssocID="{9086945C-9970-4164-A56C-45D45D3F3676}" presName="compNode" presStyleCnt="0"/>
      <dgm:spPr/>
    </dgm:pt>
    <dgm:pt modelId="{FFFC8E98-C745-49E6-9EA7-2244E668267F}" type="pres">
      <dgm:prSet presAssocID="{9086945C-9970-4164-A56C-45D45D3F3676}" presName="bgRect" presStyleLbl="bgShp" presStyleIdx="1" presStyleCnt="3"/>
      <dgm:spPr/>
    </dgm:pt>
    <dgm:pt modelId="{31B7CE4B-52B2-4E09-A300-A5C451172491}" type="pres">
      <dgm:prSet presAssocID="{9086945C-9970-4164-A56C-45D45D3F367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ABF96970-0C84-43E8-8157-EEF99FBA2CCD}" type="pres">
      <dgm:prSet presAssocID="{9086945C-9970-4164-A56C-45D45D3F3676}" presName="spaceRect" presStyleCnt="0"/>
      <dgm:spPr/>
    </dgm:pt>
    <dgm:pt modelId="{1C1C6D44-7AD2-4644-BD7B-E6B06E4AFF7F}" type="pres">
      <dgm:prSet presAssocID="{9086945C-9970-4164-A56C-45D45D3F3676}" presName="parTx" presStyleLbl="revTx" presStyleIdx="1" presStyleCnt="3">
        <dgm:presLayoutVars>
          <dgm:chMax val="0"/>
          <dgm:chPref val="0"/>
        </dgm:presLayoutVars>
      </dgm:prSet>
      <dgm:spPr/>
    </dgm:pt>
    <dgm:pt modelId="{151BD5B3-61B1-442A-B861-0E869AB10E4F}" type="pres">
      <dgm:prSet presAssocID="{E9B9E0DC-D383-4DD9-9447-27B43F8CE5CF}" presName="sibTrans" presStyleCnt="0"/>
      <dgm:spPr/>
    </dgm:pt>
    <dgm:pt modelId="{9301540F-8141-42C1-94C1-9D9496E746E4}" type="pres">
      <dgm:prSet presAssocID="{6086A8FA-DA14-468A-8A36-DC36223DF803}" presName="compNode" presStyleCnt="0"/>
      <dgm:spPr/>
    </dgm:pt>
    <dgm:pt modelId="{4025AAE0-AE10-4109-BC37-9004D3CBC4D5}" type="pres">
      <dgm:prSet presAssocID="{6086A8FA-DA14-468A-8A36-DC36223DF803}" presName="bgRect" presStyleLbl="bgShp" presStyleIdx="2" presStyleCnt="3"/>
      <dgm:spPr/>
    </dgm:pt>
    <dgm:pt modelId="{FB10A18B-563C-4D8B-9CBA-3C518777DE51}" type="pres">
      <dgm:prSet presAssocID="{6086A8FA-DA14-468A-8A36-DC36223DF80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E06433DD-4900-4264-9DD9-87AB9985F3DD}" type="pres">
      <dgm:prSet presAssocID="{6086A8FA-DA14-468A-8A36-DC36223DF803}" presName="spaceRect" presStyleCnt="0"/>
      <dgm:spPr/>
    </dgm:pt>
    <dgm:pt modelId="{40C0528D-4101-4D8C-921B-87BA56A4AF81}" type="pres">
      <dgm:prSet presAssocID="{6086A8FA-DA14-468A-8A36-DC36223DF80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57572D-4E52-441E-B72B-55C1E1C5CEEF}" type="presOf" srcId="{9086945C-9970-4164-A56C-45D45D3F3676}" destId="{1C1C6D44-7AD2-4644-BD7B-E6B06E4AFF7F}" srcOrd="0" destOrd="0" presId="urn:microsoft.com/office/officeart/2018/2/layout/IconVerticalSolidList"/>
    <dgm:cxn modelId="{AC8B736C-F1B0-4637-96ED-97B93F5727D2}" type="presOf" srcId="{84BBFB95-ECD5-472E-8D6C-7F0181A758AD}" destId="{C94FE955-38C2-4FD2-8A21-962DDA8B12D6}" srcOrd="0" destOrd="0" presId="urn:microsoft.com/office/officeart/2018/2/layout/IconVerticalSolidList"/>
    <dgm:cxn modelId="{CBEF3D71-D6D3-4C21-979F-8105FEBFA074}" type="presOf" srcId="{C41B132A-81D9-4854-8467-39F5005E9B33}" destId="{7B7A1931-3D96-4553-B83F-62DC9BEF5041}" srcOrd="0" destOrd="0" presId="urn:microsoft.com/office/officeart/2018/2/layout/IconVerticalSolidList"/>
    <dgm:cxn modelId="{4A4AD67D-1DA9-46EE-AFB4-DAF1DD74CD78}" type="presOf" srcId="{6086A8FA-DA14-468A-8A36-DC36223DF803}" destId="{40C0528D-4101-4D8C-921B-87BA56A4AF81}" srcOrd="0" destOrd="0" presId="urn:microsoft.com/office/officeart/2018/2/layout/IconVerticalSolidList"/>
    <dgm:cxn modelId="{7ABE8ABB-60E9-4D0B-8797-08E4EAD8FC3E}" srcId="{C41B132A-81D9-4854-8467-39F5005E9B33}" destId="{6086A8FA-DA14-468A-8A36-DC36223DF803}" srcOrd="2" destOrd="0" parTransId="{D16E83B7-5760-4506-9DEF-843B89CDCC39}" sibTransId="{8C4C536A-3048-4A2B-8698-D862A1B4988D}"/>
    <dgm:cxn modelId="{FD7CE1D4-1AB0-49A2-BBB2-B8EF1E27DAEC}" srcId="{C41B132A-81D9-4854-8467-39F5005E9B33}" destId="{9086945C-9970-4164-A56C-45D45D3F3676}" srcOrd="1" destOrd="0" parTransId="{B49EBF50-9F91-4DEF-B3D5-43A102CB90D6}" sibTransId="{E9B9E0DC-D383-4DD9-9447-27B43F8CE5CF}"/>
    <dgm:cxn modelId="{24B018ED-09F6-41C3-BAD7-3D2A432EDD94}" srcId="{C41B132A-81D9-4854-8467-39F5005E9B33}" destId="{84BBFB95-ECD5-472E-8D6C-7F0181A758AD}" srcOrd="0" destOrd="0" parTransId="{A6733B69-07C1-44B3-8531-44CEC2C5A6E2}" sibTransId="{52A981A5-5393-4522-B1F4-7005D9E85F08}"/>
    <dgm:cxn modelId="{ABB2411B-067A-4F79-9A5D-D7BF62C4D9F1}" type="presParOf" srcId="{7B7A1931-3D96-4553-B83F-62DC9BEF5041}" destId="{1BD252A9-D59F-4E8C-A3F5-2A806E7FB0E3}" srcOrd="0" destOrd="0" presId="urn:microsoft.com/office/officeart/2018/2/layout/IconVerticalSolidList"/>
    <dgm:cxn modelId="{5AD49EE1-50F5-4AD3-A8E9-040B55AEE8DF}" type="presParOf" srcId="{1BD252A9-D59F-4E8C-A3F5-2A806E7FB0E3}" destId="{0F4C1A69-A400-4AB0-B393-92420DB27C3F}" srcOrd="0" destOrd="0" presId="urn:microsoft.com/office/officeart/2018/2/layout/IconVerticalSolidList"/>
    <dgm:cxn modelId="{F5D4BE2D-E435-4EE2-B27B-C71416D0E016}" type="presParOf" srcId="{1BD252A9-D59F-4E8C-A3F5-2A806E7FB0E3}" destId="{EE2A2234-C734-43B4-91A6-63B08E329DD9}" srcOrd="1" destOrd="0" presId="urn:microsoft.com/office/officeart/2018/2/layout/IconVerticalSolidList"/>
    <dgm:cxn modelId="{B292650C-E257-4E32-AEB8-6541856108F9}" type="presParOf" srcId="{1BD252A9-D59F-4E8C-A3F5-2A806E7FB0E3}" destId="{B0BB0662-C4A1-4A12-BD9F-85A1F30849C3}" srcOrd="2" destOrd="0" presId="urn:microsoft.com/office/officeart/2018/2/layout/IconVerticalSolidList"/>
    <dgm:cxn modelId="{D19F8B21-5019-41CD-B3A1-1285333CE3E2}" type="presParOf" srcId="{1BD252A9-D59F-4E8C-A3F5-2A806E7FB0E3}" destId="{C94FE955-38C2-4FD2-8A21-962DDA8B12D6}" srcOrd="3" destOrd="0" presId="urn:microsoft.com/office/officeart/2018/2/layout/IconVerticalSolidList"/>
    <dgm:cxn modelId="{1264D631-3198-44FA-AD08-614C4D06CD55}" type="presParOf" srcId="{7B7A1931-3D96-4553-B83F-62DC9BEF5041}" destId="{28C49611-2FF0-4DE2-96A1-5C4B9F63D943}" srcOrd="1" destOrd="0" presId="urn:microsoft.com/office/officeart/2018/2/layout/IconVerticalSolidList"/>
    <dgm:cxn modelId="{13016EBB-5D8C-4078-98D5-7FB56BD5C703}" type="presParOf" srcId="{7B7A1931-3D96-4553-B83F-62DC9BEF5041}" destId="{D7DA9FB4-E9C8-4632-B54D-8651E5A3CE21}" srcOrd="2" destOrd="0" presId="urn:microsoft.com/office/officeart/2018/2/layout/IconVerticalSolidList"/>
    <dgm:cxn modelId="{8F861EF6-8C01-4262-AE47-4D10B03D081F}" type="presParOf" srcId="{D7DA9FB4-E9C8-4632-B54D-8651E5A3CE21}" destId="{FFFC8E98-C745-49E6-9EA7-2244E668267F}" srcOrd="0" destOrd="0" presId="urn:microsoft.com/office/officeart/2018/2/layout/IconVerticalSolidList"/>
    <dgm:cxn modelId="{B941DD08-2312-47F5-BD6B-3C7B03555C52}" type="presParOf" srcId="{D7DA9FB4-E9C8-4632-B54D-8651E5A3CE21}" destId="{31B7CE4B-52B2-4E09-A300-A5C451172491}" srcOrd="1" destOrd="0" presId="urn:microsoft.com/office/officeart/2018/2/layout/IconVerticalSolidList"/>
    <dgm:cxn modelId="{38BD5EB4-2506-41B4-AF8F-7566D73668E7}" type="presParOf" srcId="{D7DA9FB4-E9C8-4632-B54D-8651E5A3CE21}" destId="{ABF96970-0C84-43E8-8157-EEF99FBA2CCD}" srcOrd="2" destOrd="0" presId="urn:microsoft.com/office/officeart/2018/2/layout/IconVerticalSolidList"/>
    <dgm:cxn modelId="{662D9467-6C50-43D8-BF6E-78691B04DF4A}" type="presParOf" srcId="{D7DA9FB4-E9C8-4632-B54D-8651E5A3CE21}" destId="{1C1C6D44-7AD2-4644-BD7B-E6B06E4AFF7F}" srcOrd="3" destOrd="0" presId="urn:microsoft.com/office/officeart/2018/2/layout/IconVerticalSolidList"/>
    <dgm:cxn modelId="{EEFC04FD-7E7C-464F-BE91-32C99D88D8A2}" type="presParOf" srcId="{7B7A1931-3D96-4553-B83F-62DC9BEF5041}" destId="{151BD5B3-61B1-442A-B861-0E869AB10E4F}" srcOrd="3" destOrd="0" presId="urn:microsoft.com/office/officeart/2018/2/layout/IconVerticalSolidList"/>
    <dgm:cxn modelId="{C59338F7-CD53-4357-9495-4B66A235E7B1}" type="presParOf" srcId="{7B7A1931-3D96-4553-B83F-62DC9BEF5041}" destId="{9301540F-8141-42C1-94C1-9D9496E746E4}" srcOrd="4" destOrd="0" presId="urn:microsoft.com/office/officeart/2018/2/layout/IconVerticalSolidList"/>
    <dgm:cxn modelId="{7236952F-7DA2-46A5-AFC7-F01CEADB0783}" type="presParOf" srcId="{9301540F-8141-42C1-94C1-9D9496E746E4}" destId="{4025AAE0-AE10-4109-BC37-9004D3CBC4D5}" srcOrd="0" destOrd="0" presId="urn:microsoft.com/office/officeart/2018/2/layout/IconVerticalSolidList"/>
    <dgm:cxn modelId="{C74B0A62-E8A5-4B92-82DE-867628F662DC}" type="presParOf" srcId="{9301540F-8141-42C1-94C1-9D9496E746E4}" destId="{FB10A18B-563C-4D8B-9CBA-3C518777DE51}" srcOrd="1" destOrd="0" presId="urn:microsoft.com/office/officeart/2018/2/layout/IconVerticalSolidList"/>
    <dgm:cxn modelId="{3323E9E7-ADD9-4751-A761-0817FFA57F92}" type="presParOf" srcId="{9301540F-8141-42C1-94C1-9D9496E746E4}" destId="{E06433DD-4900-4264-9DD9-87AB9985F3DD}" srcOrd="2" destOrd="0" presId="urn:microsoft.com/office/officeart/2018/2/layout/IconVerticalSolidList"/>
    <dgm:cxn modelId="{478A4160-5BA4-4051-9604-DB9FD2183AC4}" type="presParOf" srcId="{9301540F-8141-42C1-94C1-9D9496E746E4}" destId="{40C0528D-4101-4D8C-921B-87BA56A4AF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27E91A-D6CD-4494-ADB6-B0A3FCD469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921CA3-9C4F-438E-8BDA-D4E4B3344B7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Tipo:</a:t>
          </a:r>
          <a:br>
            <a:rPr lang="es-ES"/>
          </a:br>
          <a:r>
            <a:rPr lang="es-ES"/>
            <a:t>-No estructurado</a:t>
          </a:r>
          <a:br>
            <a:rPr lang="es-ES"/>
          </a:br>
          <a:endParaRPr lang="en-US"/>
        </a:p>
      </dgm:t>
    </dgm:pt>
    <dgm:pt modelId="{A9DBBC12-A06A-4A65-82CB-DD5ACB7C0DF1}" type="parTrans" cxnId="{46EE1B36-7193-4E3D-B229-3EC09B3AA370}">
      <dgm:prSet/>
      <dgm:spPr/>
      <dgm:t>
        <a:bodyPr/>
        <a:lstStyle/>
        <a:p>
          <a:endParaRPr lang="en-US"/>
        </a:p>
      </dgm:t>
    </dgm:pt>
    <dgm:pt modelId="{90AD47F7-D67C-4387-8933-87D3D515C686}" type="sibTrans" cxnId="{46EE1B36-7193-4E3D-B229-3EC09B3AA370}">
      <dgm:prSet/>
      <dgm:spPr/>
      <dgm:t>
        <a:bodyPr/>
        <a:lstStyle/>
        <a:p>
          <a:endParaRPr lang="en-US"/>
        </a:p>
      </dgm:t>
    </dgm:pt>
    <dgm:pt modelId="{8CD180F2-198E-4251-85AE-8A2C07F3E09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Información que contiene:</a:t>
          </a:r>
          <a:br>
            <a:rPr lang="es-ES"/>
          </a:br>
          <a:r>
            <a:rPr lang="es-ES"/>
            <a:t>-Diccionarios, etiquetas, Catalogos</a:t>
          </a:r>
          <a:endParaRPr lang="en-US"/>
        </a:p>
      </dgm:t>
    </dgm:pt>
    <dgm:pt modelId="{B71D716B-7719-456A-BC36-8E59643F8974}" type="parTrans" cxnId="{CF02CBF2-C757-4685-A02D-BE05AD2C18A7}">
      <dgm:prSet/>
      <dgm:spPr/>
      <dgm:t>
        <a:bodyPr/>
        <a:lstStyle/>
        <a:p>
          <a:endParaRPr lang="en-US"/>
        </a:p>
      </dgm:t>
    </dgm:pt>
    <dgm:pt modelId="{5B9CF9B4-C250-4D4C-A05E-A26473D0272F}" type="sibTrans" cxnId="{CF02CBF2-C757-4685-A02D-BE05AD2C18A7}">
      <dgm:prSet/>
      <dgm:spPr/>
      <dgm:t>
        <a:bodyPr/>
        <a:lstStyle/>
        <a:p>
          <a:endParaRPr lang="en-US"/>
        </a:p>
      </dgm:t>
    </dgm:pt>
    <dgm:pt modelId="{9EFC05A1-21D2-4A4A-AC01-83043D0918A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En que empresa se puede utilizar:</a:t>
          </a:r>
          <a:br>
            <a:rPr lang="es-ES"/>
          </a:br>
          <a:r>
            <a:rPr lang="es-ES"/>
            <a:t>-Empresas tecnológicas con software, API, integración de sistemas, Empresas de comercio electrónico y telecomunicaciones</a:t>
          </a:r>
          <a:endParaRPr lang="en-US"/>
        </a:p>
      </dgm:t>
    </dgm:pt>
    <dgm:pt modelId="{80E5FE08-52E5-439B-95BE-89236B898085}" type="parTrans" cxnId="{E02E7DB9-8ABC-46DF-B150-236B42BBA4CF}">
      <dgm:prSet/>
      <dgm:spPr/>
      <dgm:t>
        <a:bodyPr/>
        <a:lstStyle/>
        <a:p>
          <a:endParaRPr lang="en-US"/>
        </a:p>
      </dgm:t>
    </dgm:pt>
    <dgm:pt modelId="{6989D778-62F7-4C1E-9931-A07662C8DE4E}" type="sibTrans" cxnId="{E02E7DB9-8ABC-46DF-B150-236B42BBA4CF}">
      <dgm:prSet/>
      <dgm:spPr/>
      <dgm:t>
        <a:bodyPr/>
        <a:lstStyle/>
        <a:p>
          <a:endParaRPr lang="en-US"/>
        </a:p>
      </dgm:t>
    </dgm:pt>
    <dgm:pt modelId="{CACAFA75-E163-4E95-A94C-5ADC33A3B65C}" type="pres">
      <dgm:prSet presAssocID="{BB27E91A-D6CD-4494-ADB6-B0A3FCD46921}" presName="root" presStyleCnt="0">
        <dgm:presLayoutVars>
          <dgm:dir/>
          <dgm:resizeHandles val="exact"/>
        </dgm:presLayoutVars>
      </dgm:prSet>
      <dgm:spPr/>
    </dgm:pt>
    <dgm:pt modelId="{F4262309-A2DD-4E8D-AA89-693A1EB0A9E1}" type="pres">
      <dgm:prSet presAssocID="{B1921CA3-9C4F-438E-8BDA-D4E4B3344B74}" presName="compNode" presStyleCnt="0"/>
      <dgm:spPr/>
    </dgm:pt>
    <dgm:pt modelId="{CEEC5A8E-4ACF-48C1-98A7-DE325D12F093}" type="pres">
      <dgm:prSet presAssocID="{B1921CA3-9C4F-438E-8BDA-D4E4B3344B74}" presName="bgRect" presStyleLbl="bgShp" presStyleIdx="0" presStyleCnt="3"/>
      <dgm:spPr/>
    </dgm:pt>
    <dgm:pt modelId="{33E67F15-9E9F-4289-BCAF-AB38B0EE79FA}" type="pres">
      <dgm:prSet presAssocID="{B1921CA3-9C4F-438E-8BDA-D4E4B3344B7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464B2FF3-310F-4CF7-BC1E-FE4789D5541A}" type="pres">
      <dgm:prSet presAssocID="{B1921CA3-9C4F-438E-8BDA-D4E4B3344B74}" presName="spaceRect" presStyleCnt="0"/>
      <dgm:spPr/>
    </dgm:pt>
    <dgm:pt modelId="{477EEF86-EB12-4B94-A798-BC5D4E94F75B}" type="pres">
      <dgm:prSet presAssocID="{B1921CA3-9C4F-438E-8BDA-D4E4B3344B74}" presName="parTx" presStyleLbl="revTx" presStyleIdx="0" presStyleCnt="3">
        <dgm:presLayoutVars>
          <dgm:chMax val="0"/>
          <dgm:chPref val="0"/>
        </dgm:presLayoutVars>
      </dgm:prSet>
      <dgm:spPr/>
    </dgm:pt>
    <dgm:pt modelId="{EE30E91B-23B0-41C1-B8E6-9EE49C471C16}" type="pres">
      <dgm:prSet presAssocID="{90AD47F7-D67C-4387-8933-87D3D515C686}" presName="sibTrans" presStyleCnt="0"/>
      <dgm:spPr/>
    </dgm:pt>
    <dgm:pt modelId="{E0A198C1-0572-4EFF-8323-2967DF015205}" type="pres">
      <dgm:prSet presAssocID="{8CD180F2-198E-4251-85AE-8A2C07F3E094}" presName="compNode" presStyleCnt="0"/>
      <dgm:spPr/>
    </dgm:pt>
    <dgm:pt modelId="{EE78BB8D-4C88-43B2-8EB2-3B946CCBE2B5}" type="pres">
      <dgm:prSet presAssocID="{8CD180F2-198E-4251-85AE-8A2C07F3E094}" presName="bgRect" presStyleLbl="bgShp" presStyleIdx="1" presStyleCnt="3"/>
      <dgm:spPr/>
    </dgm:pt>
    <dgm:pt modelId="{9D56E7CC-AB79-4B19-889C-2CCF20B4B55B}" type="pres">
      <dgm:prSet presAssocID="{8CD180F2-198E-4251-85AE-8A2C07F3E09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llos discográfico"/>
        </a:ext>
      </dgm:extLst>
    </dgm:pt>
    <dgm:pt modelId="{EA16B90C-1A4F-44DA-BB85-35277EC42AEC}" type="pres">
      <dgm:prSet presAssocID="{8CD180F2-198E-4251-85AE-8A2C07F3E094}" presName="spaceRect" presStyleCnt="0"/>
      <dgm:spPr/>
    </dgm:pt>
    <dgm:pt modelId="{ADBFEB14-A08C-4C75-B5F3-9E3EDAB0D4C3}" type="pres">
      <dgm:prSet presAssocID="{8CD180F2-198E-4251-85AE-8A2C07F3E094}" presName="parTx" presStyleLbl="revTx" presStyleIdx="1" presStyleCnt="3">
        <dgm:presLayoutVars>
          <dgm:chMax val="0"/>
          <dgm:chPref val="0"/>
        </dgm:presLayoutVars>
      </dgm:prSet>
      <dgm:spPr/>
    </dgm:pt>
    <dgm:pt modelId="{2E38957A-B3F0-4297-9AD6-F4CDC974DBAD}" type="pres">
      <dgm:prSet presAssocID="{5B9CF9B4-C250-4D4C-A05E-A26473D0272F}" presName="sibTrans" presStyleCnt="0"/>
      <dgm:spPr/>
    </dgm:pt>
    <dgm:pt modelId="{98950FA0-8BD0-47B9-A460-D1789DA6BE2A}" type="pres">
      <dgm:prSet presAssocID="{9EFC05A1-21D2-4A4A-AC01-83043D0918A1}" presName="compNode" presStyleCnt="0"/>
      <dgm:spPr/>
    </dgm:pt>
    <dgm:pt modelId="{23EE9F31-41AD-41FF-9DDC-A43ACECF0471}" type="pres">
      <dgm:prSet presAssocID="{9EFC05A1-21D2-4A4A-AC01-83043D0918A1}" presName="bgRect" presStyleLbl="bgShp" presStyleIdx="2" presStyleCnt="3"/>
      <dgm:spPr/>
    </dgm:pt>
    <dgm:pt modelId="{93B60394-CCD3-4CFD-8B31-A6DEE20DEBA0}" type="pres">
      <dgm:prSet presAssocID="{9EFC05A1-21D2-4A4A-AC01-83043D0918A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329AAA2-7749-44FB-86BB-C215F74F8FAA}" type="pres">
      <dgm:prSet presAssocID="{9EFC05A1-21D2-4A4A-AC01-83043D0918A1}" presName="spaceRect" presStyleCnt="0"/>
      <dgm:spPr/>
    </dgm:pt>
    <dgm:pt modelId="{53144FB4-AB6B-4642-9801-99C1D6B7C3B0}" type="pres">
      <dgm:prSet presAssocID="{9EFC05A1-21D2-4A4A-AC01-83043D0918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775201-5DC3-47B1-ADF1-85488C0609EC}" type="presOf" srcId="{BB27E91A-D6CD-4494-ADB6-B0A3FCD46921}" destId="{CACAFA75-E163-4E95-A94C-5ADC33A3B65C}" srcOrd="0" destOrd="0" presId="urn:microsoft.com/office/officeart/2018/2/layout/IconVerticalSolidList"/>
    <dgm:cxn modelId="{595EB831-6D88-428C-BBFB-0D9E4A692268}" type="presOf" srcId="{B1921CA3-9C4F-438E-8BDA-D4E4B3344B74}" destId="{477EEF86-EB12-4B94-A798-BC5D4E94F75B}" srcOrd="0" destOrd="0" presId="urn:microsoft.com/office/officeart/2018/2/layout/IconVerticalSolidList"/>
    <dgm:cxn modelId="{46EE1B36-7193-4E3D-B229-3EC09B3AA370}" srcId="{BB27E91A-D6CD-4494-ADB6-B0A3FCD46921}" destId="{B1921CA3-9C4F-438E-8BDA-D4E4B3344B74}" srcOrd="0" destOrd="0" parTransId="{A9DBBC12-A06A-4A65-82CB-DD5ACB7C0DF1}" sibTransId="{90AD47F7-D67C-4387-8933-87D3D515C686}"/>
    <dgm:cxn modelId="{5845DD93-8ADE-4B71-AAE1-5186F95229A7}" type="presOf" srcId="{9EFC05A1-21D2-4A4A-AC01-83043D0918A1}" destId="{53144FB4-AB6B-4642-9801-99C1D6B7C3B0}" srcOrd="0" destOrd="0" presId="urn:microsoft.com/office/officeart/2018/2/layout/IconVerticalSolidList"/>
    <dgm:cxn modelId="{E02E7DB9-8ABC-46DF-B150-236B42BBA4CF}" srcId="{BB27E91A-D6CD-4494-ADB6-B0A3FCD46921}" destId="{9EFC05A1-21D2-4A4A-AC01-83043D0918A1}" srcOrd="2" destOrd="0" parTransId="{80E5FE08-52E5-439B-95BE-89236B898085}" sibTransId="{6989D778-62F7-4C1E-9931-A07662C8DE4E}"/>
    <dgm:cxn modelId="{74512FDF-4E62-4C18-B552-708C7407A42C}" type="presOf" srcId="{8CD180F2-198E-4251-85AE-8A2C07F3E094}" destId="{ADBFEB14-A08C-4C75-B5F3-9E3EDAB0D4C3}" srcOrd="0" destOrd="0" presId="urn:microsoft.com/office/officeart/2018/2/layout/IconVerticalSolidList"/>
    <dgm:cxn modelId="{CF02CBF2-C757-4685-A02D-BE05AD2C18A7}" srcId="{BB27E91A-D6CD-4494-ADB6-B0A3FCD46921}" destId="{8CD180F2-198E-4251-85AE-8A2C07F3E094}" srcOrd="1" destOrd="0" parTransId="{B71D716B-7719-456A-BC36-8E59643F8974}" sibTransId="{5B9CF9B4-C250-4D4C-A05E-A26473D0272F}"/>
    <dgm:cxn modelId="{945193C4-80B4-48DF-A5FC-E36F9A1CBC87}" type="presParOf" srcId="{CACAFA75-E163-4E95-A94C-5ADC33A3B65C}" destId="{F4262309-A2DD-4E8D-AA89-693A1EB0A9E1}" srcOrd="0" destOrd="0" presId="urn:microsoft.com/office/officeart/2018/2/layout/IconVerticalSolidList"/>
    <dgm:cxn modelId="{3DE63BD5-76FF-477E-B36A-9D47B2832917}" type="presParOf" srcId="{F4262309-A2DD-4E8D-AA89-693A1EB0A9E1}" destId="{CEEC5A8E-4ACF-48C1-98A7-DE325D12F093}" srcOrd="0" destOrd="0" presId="urn:microsoft.com/office/officeart/2018/2/layout/IconVerticalSolidList"/>
    <dgm:cxn modelId="{660A398A-93AF-4182-BBCD-D1B028B90B2E}" type="presParOf" srcId="{F4262309-A2DD-4E8D-AA89-693A1EB0A9E1}" destId="{33E67F15-9E9F-4289-BCAF-AB38B0EE79FA}" srcOrd="1" destOrd="0" presId="urn:microsoft.com/office/officeart/2018/2/layout/IconVerticalSolidList"/>
    <dgm:cxn modelId="{C335F6D7-8DAD-4111-AF59-D9DEC3A7FEF5}" type="presParOf" srcId="{F4262309-A2DD-4E8D-AA89-693A1EB0A9E1}" destId="{464B2FF3-310F-4CF7-BC1E-FE4789D5541A}" srcOrd="2" destOrd="0" presId="urn:microsoft.com/office/officeart/2018/2/layout/IconVerticalSolidList"/>
    <dgm:cxn modelId="{515460F4-C0C0-4EB7-AAE3-EB9950B8148C}" type="presParOf" srcId="{F4262309-A2DD-4E8D-AA89-693A1EB0A9E1}" destId="{477EEF86-EB12-4B94-A798-BC5D4E94F75B}" srcOrd="3" destOrd="0" presId="urn:microsoft.com/office/officeart/2018/2/layout/IconVerticalSolidList"/>
    <dgm:cxn modelId="{780FD286-FA24-4EFB-A50F-965E52EB5D4F}" type="presParOf" srcId="{CACAFA75-E163-4E95-A94C-5ADC33A3B65C}" destId="{EE30E91B-23B0-41C1-B8E6-9EE49C471C16}" srcOrd="1" destOrd="0" presId="urn:microsoft.com/office/officeart/2018/2/layout/IconVerticalSolidList"/>
    <dgm:cxn modelId="{D65B88E9-28C2-44B4-9532-3309D6F74C4F}" type="presParOf" srcId="{CACAFA75-E163-4E95-A94C-5ADC33A3B65C}" destId="{E0A198C1-0572-4EFF-8323-2967DF015205}" srcOrd="2" destOrd="0" presId="urn:microsoft.com/office/officeart/2018/2/layout/IconVerticalSolidList"/>
    <dgm:cxn modelId="{F6AE4483-E4C5-47FF-BBB9-607FAA473BA4}" type="presParOf" srcId="{E0A198C1-0572-4EFF-8323-2967DF015205}" destId="{EE78BB8D-4C88-43B2-8EB2-3B946CCBE2B5}" srcOrd="0" destOrd="0" presId="urn:microsoft.com/office/officeart/2018/2/layout/IconVerticalSolidList"/>
    <dgm:cxn modelId="{3AE3F258-C049-4C24-B918-3CAE30B4B021}" type="presParOf" srcId="{E0A198C1-0572-4EFF-8323-2967DF015205}" destId="{9D56E7CC-AB79-4B19-889C-2CCF20B4B55B}" srcOrd="1" destOrd="0" presId="urn:microsoft.com/office/officeart/2018/2/layout/IconVerticalSolidList"/>
    <dgm:cxn modelId="{9CC4FC92-BBCE-41C0-96E6-9DF1B601E918}" type="presParOf" srcId="{E0A198C1-0572-4EFF-8323-2967DF015205}" destId="{EA16B90C-1A4F-44DA-BB85-35277EC42AEC}" srcOrd="2" destOrd="0" presId="urn:microsoft.com/office/officeart/2018/2/layout/IconVerticalSolidList"/>
    <dgm:cxn modelId="{6BED73D5-0AC5-4A2B-B010-787E0D56C9B4}" type="presParOf" srcId="{E0A198C1-0572-4EFF-8323-2967DF015205}" destId="{ADBFEB14-A08C-4C75-B5F3-9E3EDAB0D4C3}" srcOrd="3" destOrd="0" presId="urn:microsoft.com/office/officeart/2018/2/layout/IconVerticalSolidList"/>
    <dgm:cxn modelId="{34F78941-9FB8-47B1-A6F3-FC6EAEFF0AA5}" type="presParOf" srcId="{CACAFA75-E163-4E95-A94C-5ADC33A3B65C}" destId="{2E38957A-B3F0-4297-9AD6-F4CDC974DBAD}" srcOrd="3" destOrd="0" presId="urn:microsoft.com/office/officeart/2018/2/layout/IconVerticalSolidList"/>
    <dgm:cxn modelId="{102591AB-57D3-4891-89F4-94448D9E0F75}" type="presParOf" srcId="{CACAFA75-E163-4E95-A94C-5ADC33A3B65C}" destId="{98950FA0-8BD0-47B9-A460-D1789DA6BE2A}" srcOrd="4" destOrd="0" presId="urn:microsoft.com/office/officeart/2018/2/layout/IconVerticalSolidList"/>
    <dgm:cxn modelId="{6B804034-E32F-4A38-B621-BB26350FEBBD}" type="presParOf" srcId="{98950FA0-8BD0-47B9-A460-D1789DA6BE2A}" destId="{23EE9F31-41AD-41FF-9DDC-A43ACECF0471}" srcOrd="0" destOrd="0" presId="urn:microsoft.com/office/officeart/2018/2/layout/IconVerticalSolidList"/>
    <dgm:cxn modelId="{FEDE03CD-7AB1-4539-90D6-C6E715EDDBC3}" type="presParOf" srcId="{98950FA0-8BD0-47B9-A460-D1789DA6BE2A}" destId="{93B60394-CCD3-4CFD-8B31-A6DEE20DEBA0}" srcOrd="1" destOrd="0" presId="urn:microsoft.com/office/officeart/2018/2/layout/IconVerticalSolidList"/>
    <dgm:cxn modelId="{99DB7CDD-5128-4284-A62C-43CF7DDF412F}" type="presParOf" srcId="{98950FA0-8BD0-47B9-A460-D1789DA6BE2A}" destId="{5329AAA2-7749-44FB-86BB-C215F74F8FAA}" srcOrd="2" destOrd="0" presId="urn:microsoft.com/office/officeart/2018/2/layout/IconVerticalSolidList"/>
    <dgm:cxn modelId="{9D918AB3-3FE7-4A24-8F69-FF050ECAC725}" type="presParOf" srcId="{98950FA0-8BD0-47B9-A460-D1789DA6BE2A}" destId="{53144FB4-AB6B-4642-9801-99C1D6B7C3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61250F-24D3-4D33-AE82-BF252F8558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D369B42-9D42-492F-9018-268F5530E21C}">
      <dgm:prSet/>
      <dgm:spPr/>
      <dgm:t>
        <a:bodyPr/>
        <a:lstStyle/>
        <a:p>
          <a:r>
            <a:rPr lang="es-ES"/>
            <a:t>Tipo:</a:t>
          </a:r>
          <a:br>
            <a:rPr lang="es-ES"/>
          </a:br>
          <a:r>
            <a:rPr lang="es-ES"/>
            <a:t>-Semiestructurado</a:t>
          </a:r>
          <a:br>
            <a:rPr lang="es-ES"/>
          </a:br>
          <a:endParaRPr lang="en-US"/>
        </a:p>
      </dgm:t>
    </dgm:pt>
    <dgm:pt modelId="{31A5AF62-E815-4DF3-BD6E-DED898D7D34C}" type="parTrans" cxnId="{1EFB450E-BF4D-4150-8AF1-7552781A9467}">
      <dgm:prSet/>
      <dgm:spPr/>
      <dgm:t>
        <a:bodyPr/>
        <a:lstStyle/>
        <a:p>
          <a:endParaRPr lang="en-US"/>
        </a:p>
      </dgm:t>
    </dgm:pt>
    <dgm:pt modelId="{98CAA7A6-9F2D-4261-9827-36810BD87EA7}" type="sibTrans" cxnId="{1EFB450E-BF4D-4150-8AF1-7552781A9467}">
      <dgm:prSet/>
      <dgm:spPr/>
      <dgm:t>
        <a:bodyPr/>
        <a:lstStyle/>
        <a:p>
          <a:endParaRPr lang="en-US"/>
        </a:p>
      </dgm:t>
    </dgm:pt>
    <dgm:pt modelId="{E5628E13-30F2-49C5-A40E-9398B00C212F}">
      <dgm:prSet/>
      <dgm:spPr/>
      <dgm:t>
        <a:bodyPr/>
        <a:lstStyle/>
        <a:p>
          <a:r>
            <a:rPr lang="es-ES"/>
            <a:t>Información que contiene:</a:t>
          </a:r>
          <a:br>
            <a:rPr lang="es-ES"/>
          </a:br>
          <a:r>
            <a:rPr lang="es-ES"/>
            <a:t>-Productos, usuarios, Datos de API</a:t>
          </a:r>
          <a:endParaRPr lang="en-US"/>
        </a:p>
      </dgm:t>
    </dgm:pt>
    <dgm:pt modelId="{F2E98C72-6F72-416B-BD6A-94CC2BF239F9}" type="parTrans" cxnId="{9FE0DFF4-3E73-4E44-9E08-2D89233A7FC7}">
      <dgm:prSet/>
      <dgm:spPr/>
      <dgm:t>
        <a:bodyPr/>
        <a:lstStyle/>
        <a:p>
          <a:endParaRPr lang="en-US"/>
        </a:p>
      </dgm:t>
    </dgm:pt>
    <dgm:pt modelId="{09C2CFAC-D295-4183-9A58-8D12F624A099}" type="sibTrans" cxnId="{9FE0DFF4-3E73-4E44-9E08-2D89233A7FC7}">
      <dgm:prSet/>
      <dgm:spPr/>
      <dgm:t>
        <a:bodyPr/>
        <a:lstStyle/>
        <a:p>
          <a:endParaRPr lang="en-US"/>
        </a:p>
      </dgm:t>
    </dgm:pt>
    <dgm:pt modelId="{8AA1DE1D-D3AD-4A93-B44A-AB431D8BCC9D}">
      <dgm:prSet/>
      <dgm:spPr/>
      <dgm:t>
        <a:bodyPr/>
        <a:lstStyle/>
        <a:p>
          <a:r>
            <a:rPr lang="es-ES"/>
            <a:t>En que empresa se puede utilizar:</a:t>
          </a:r>
          <a:br>
            <a:rPr lang="es-ES"/>
          </a:br>
          <a:r>
            <a:rPr lang="es-ES"/>
            <a:t>- Empresas tecnológicas con software, API, integración de sistemas, Empresas de comercio electrónico y telecomunicaciones</a:t>
          </a:r>
          <a:endParaRPr lang="en-US"/>
        </a:p>
      </dgm:t>
    </dgm:pt>
    <dgm:pt modelId="{F19192C1-B2FA-4409-8124-D36D7B6334A0}" type="parTrans" cxnId="{9E8E8775-56CE-42DF-8AE4-29E159ED4005}">
      <dgm:prSet/>
      <dgm:spPr/>
      <dgm:t>
        <a:bodyPr/>
        <a:lstStyle/>
        <a:p>
          <a:endParaRPr lang="en-US"/>
        </a:p>
      </dgm:t>
    </dgm:pt>
    <dgm:pt modelId="{E19FA9DA-BF81-4864-B445-6397E41C0BF3}" type="sibTrans" cxnId="{9E8E8775-56CE-42DF-8AE4-29E159ED4005}">
      <dgm:prSet/>
      <dgm:spPr/>
      <dgm:t>
        <a:bodyPr/>
        <a:lstStyle/>
        <a:p>
          <a:endParaRPr lang="en-US"/>
        </a:p>
      </dgm:t>
    </dgm:pt>
    <dgm:pt modelId="{33D24644-2D9F-4529-B349-B6D325C4301E}" type="pres">
      <dgm:prSet presAssocID="{1A61250F-24D3-4D33-AE82-BF252F855882}" presName="root" presStyleCnt="0">
        <dgm:presLayoutVars>
          <dgm:dir/>
          <dgm:resizeHandles val="exact"/>
        </dgm:presLayoutVars>
      </dgm:prSet>
      <dgm:spPr/>
    </dgm:pt>
    <dgm:pt modelId="{4986AF2F-FCF5-4531-ABDD-83A06E37A81D}" type="pres">
      <dgm:prSet presAssocID="{9D369B42-9D42-492F-9018-268F5530E21C}" presName="compNode" presStyleCnt="0"/>
      <dgm:spPr/>
    </dgm:pt>
    <dgm:pt modelId="{F8CE11A9-3905-4528-A26C-6DBF2EA98300}" type="pres">
      <dgm:prSet presAssocID="{9D369B42-9D42-492F-9018-268F5530E21C}" presName="bgRect" presStyleLbl="bgShp" presStyleIdx="0" presStyleCnt="3"/>
      <dgm:spPr/>
    </dgm:pt>
    <dgm:pt modelId="{24DD9A6B-29CB-4320-A74A-907CC3CF2743}" type="pres">
      <dgm:prSet presAssocID="{9D369B42-9D42-492F-9018-268F5530E21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4EB3DD48-42DF-4071-A5C9-97534628D6F5}" type="pres">
      <dgm:prSet presAssocID="{9D369B42-9D42-492F-9018-268F5530E21C}" presName="spaceRect" presStyleCnt="0"/>
      <dgm:spPr/>
    </dgm:pt>
    <dgm:pt modelId="{2C67D767-8018-40A6-A270-30F6E1C27499}" type="pres">
      <dgm:prSet presAssocID="{9D369B42-9D42-492F-9018-268F5530E21C}" presName="parTx" presStyleLbl="revTx" presStyleIdx="0" presStyleCnt="3">
        <dgm:presLayoutVars>
          <dgm:chMax val="0"/>
          <dgm:chPref val="0"/>
        </dgm:presLayoutVars>
      </dgm:prSet>
      <dgm:spPr/>
    </dgm:pt>
    <dgm:pt modelId="{5606C479-376E-4AFD-9334-A8643D77BADA}" type="pres">
      <dgm:prSet presAssocID="{98CAA7A6-9F2D-4261-9827-36810BD87EA7}" presName="sibTrans" presStyleCnt="0"/>
      <dgm:spPr/>
    </dgm:pt>
    <dgm:pt modelId="{F4A17B95-278E-487D-ACD2-2A85E9E30FBB}" type="pres">
      <dgm:prSet presAssocID="{E5628E13-30F2-49C5-A40E-9398B00C212F}" presName="compNode" presStyleCnt="0"/>
      <dgm:spPr/>
    </dgm:pt>
    <dgm:pt modelId="{3D3CF190-F6C9-4F59-9847-BDA8B74985A2}" type="pres">
      <dgm:prSet presAssocID="{E5628E13-30F2-49C5-A40E-9398B00C212F}" presName="bgRect" presStyleLbl="bgShp" presStyleIdx="1" presStyleCnt="3"/>
      <dgm:spPr/>
    </dgm:pt>
    <dgm:pt modelId="{56246004-57CC-4A52-8F80-556F17BDAF0A}" type="pres">
      <dgm:prSet presAssocID="{E5628E13-30F2-49C5-A40E-9398B00C212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1D9C39DC-329C-40B2-BD78-E0A6A9317E1A}" type="pres">
      <dgm:prSet presAssocID="{E5628E13-30F2-49C5-A40E-9398B00C212F}" presName="spaceRect" presStyleCnt="0"/>
      <dgm:spPr/>
    </dgm:pt>
    <dgm:pt modelId="{7ED764D4-F9F9-478F-B1A6-0E9EEA03283E}" type="pres">
      <dgm:prSet presAssocID="{E5628E13-30F2-49C5-A40E-9398B00C212F}" presName="parTx" presStyleLbl="revTx" presStyleIdx="1" presStyleCnt="3">
        <dgm:presLayoutVars>
          <dgm:chMax val="0"/>
          <dgm:chPref val="0"/>
        </dgm:presLayoutVars>
      </dgm:prSet>
      <dgm:spPr/>
    </dgm:pt>
    <dgm:pt modelId="{848A6E44-9914-4BA7-B32E-B378254F05D3}" type="pres">
      <dgm:prSet presAssocID="{09C2CFAC-D295-4183-9A58-8D12F624A099}" presName="sibTrans" presStyleCnt="0"/>
      <dgm:spPr/>
    </dgm:pt>
    <dgm:pt modelId="{644E1C17-1402-428F-9B7D-287CCF21D587}" type="pres">
      <dgm:prSet presAssocID="{8AA1DE1D-D3AD-4A93-B44A-AB431D8BCC9D}" presName="compNode" presStyleCnt="0"/>
      <dgm:spPr/>
    </dgm:pt>
    <dgm:pt modelId="{DBCD9B69-D3B1-4157-ADA6-86C2C32D276F}" type="pres">
      <dgm:prSet presAssocID="{8AA1DE1D-D3AD-4A93-B44A-AB431D8BCC9D}" presName="bgRect" presStyleLbl="bgShp" presStyleIdx="2" presStyleCnt="3"/>
      <dgm:spPr/>
    </dgm:pt>
    <dgm:pt modelId="{32671CC8-61DB-4472-B16B-06272F61AD3C}" type="pres">
      <dgm:prSet presAssocID="{8AA1DE1D-D3AD-4A93-B44A-AB431D8BCC9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C1D2DA7-7539-4F18-AA47-035350F78B17}" type="pres">
      <dgm:prSet presAssocID="{8AA1DE1D-D3AD-4A93-B44A-AB431D8BCC9D}" presName="spaceRect" presStyleCnt="0"/>
      <dgm:spPr/>
    </dgm:pt>
    <dgm:pt modelId="{4DF30341-D910-4A42-B300-534587C5F183}" type="pres">
      <dgm:prSet presAssocID="{8AA1DE1D-D3AD-4A93-B44A-AB431D8BCC9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EFB450E-BF4D-4150-8AF1-7552781A9467}" srcId="{1A61250F-24D3-4D33-AE82-BF252F855882}" destId="{9D369B42-9D42-492F-9018-268F5530E21C}" srcOrd="0" destOrd="0" parTransId="{31A5AF62-E815-4DF3-BD6E-DED898D7D34C}" sibTransId="{98CAA7A6-9F2D-4261-9827-36810BD87EA7}"/>
    <dgm:cxn modelId="{7F9DEC27-7CFA-4950-8F42-78A0147A3B9B}" type="presOf" srcId="{9D369B42-9D42-492F-9018-268F5530E21C}" destId="{2C67D767-8018-40A6-A270-30F6E1C27499}" srcOrd="0" destOrd="0" presId="urn:microsoft.com/office/officeart/2018/2/layout/IconVerticalSolidList"/>
    <dgm:cxn modelId="{9E8E8775-56CE-42DF-8AE4-29E159ED4005}" srcId="{1A61250F-24D3-4D33-AE82-BF252F855882}" destId="{8AA1DE1D-D3AD-4A93-B44A-AB431D8BCC9D}" srcOrd="2" destOrd="0" parTransId="{F19192C1-B2FA-4409-8124-D36D7B6334A0}" sibTransId="{E19FA9DA-BF81-4864-B445-6397E41C0BF3}"/>
    <dgm:cxn modelId="{6A06CCAF-44C1-4A4F-8C4F-A758A06D0642}" type="presOf" srcId="{E5628E13-30F2-49C5-A40E-9398B00C212F}" destId="{7ED764D4-F9F9-478F-B1A6-0E9EEA03283E}" srcOrd="0" destOrd="0" presId="urn:microsoft.com/office/officeart/2018/2/layout/IconVerticalSolidList"/>
    <dgm:cxn modelId="{153A02B5-6869-4562-A68A-6801474C5E6E}" type="presOf" srcId="{1A61250F-24D3-4D33-AE82-BF252F855882}" destId="{33D24644-2D9F-4529-B349-B6D325C4301E}" srcOrd="0" destOrd="0" presId="urn:microsoft.com/office/officeart/2018/2/layout/IconVerticalSolidList"/>
    <dgm:cxn modelId="{B5DAD7EC-A03C-45F0-A1A6-47290357B22E}" type="presOf" srcId="{8AA1DE1D-D3AD-4A93-B44A-AB431D8BCC9D}" destId="{4DF30341-D910-4A42-B300-534587C5F183}" srcOrd="0" destOrd="0" presId="urn:microsoft.com/office/officeart/2018/2/layout/IconVerticalSolidList"/>
    <dgm:cxn modelId="{9FE0DFF4-3E73-4E44-9E08-2D89233A7FC7}" srcId="{1A61250F-24D3-4D33-AE82-BF252F855882}" destId="{E5628E13-30F2-49C5-A40E-9398B00C212F}" srcOrd="1" destOrd="0" parTransId="{F2E98C72-6F72-416B-BD6A-94CC2BF239F9}" sibTransId="{09C2CFAC-D295-4183-9A58-8D12F624A099}"/>
    <dgm:cxn modelId="{9EE7A196-791F-4D13-A6A2-A93CCC311E11}" type="presParOf" srcId="{33D24644-2D9F-4529-B349-B6D325C4301E}" destId="{4986AF2F-FCF5-4531-ABDD-83A06E37A81D}" srcOrd="0" destOrd="0" presId="urn:microsoft.com/office/officeart/2018/2/layout/IconVerticalSolidList"/>
    <dgm:cxn modelId="{91C37BF2-05AA-4094-9E27-C392467A313D}" type="presParOf" srcId="{4986AF2F-FCF5-4531-ABDD-83A06E37A81D}" destId="{F8CE11A9-3905-4528-A26C-6DBF2EA98300}" srcOrd="0" destOrd="0" presId="urn:microsoft.com/office/officeart/2018/2/layout/IconVerticalSolidList"/>
    <dgm:cxn modelId="{AD870661-B2DE-4C88-9DE8-5C3BEA9DC0E4}" type="presParOf" srcId="{4986AF2F-FCF5-4531-ABDD-83A06E37A81D}" destId="{24DD9A6B-29CB-4320-A74A-907CC3CF2743}" srcOrd="1" destOrd="0" presId="urn:microsoft.com/office/officeart/2018/2/layout/IconVerticalSolidList"/>
    <dgm:cxn modelId="{86F6B383-EFAB-4551-A6E0-EDA60C272B41}" type="presParOf" srcId="{4986AF2F-FCF5-4531-ABDD-83A06E37A81D}" destId="{4EB3DD48-42DF-4071-A5C9-97534628D6F5}" srcOrd="2" destOrd="0" presId="urn:microsoft.com/office/officeart/2018/2/layout/IconVerticalSolidList"/>
    <dgm:cxn modelId="{9E7731D2-2D4C-4F21-BFF1-EE39177FFD5F}" type="presParOf" srcId="{4986AF2F-FCF5-4531-ABDD-83A06E37A81D}" destId="{2C67D767-8018-40A6-A270-30F6E1C27499}" srcOrd="3" destOrd="0" presId="urn:microsoft.com/office/officeart/2018/2/layout/IconVerticalSolidList"/>
    <dgm:cxn modelId="{8F97766B-F99C-4C04-9BC3-0D25B139B493}" type="presParOf" srcId="{33D24644-2D9F-4529-B349-B6D325C4301E}" destId="{5606C479-376E-4AFD-9334-A8643D77BADA}" srcOrd="1" destOrd="0" presId="urn:microsoft.com/office/officeart/2018/2/layout/IconVerticalSolidList"/>
    <dgm:cxn modelId="{C90602BF-2E46-4796-B8D1-5BFF130282AA}" type="presParOf" srcId="{33D24644-2D9F-4529-B349-B6D325C4301E}" destId="{F4A17B95-278E-487D-ACD2-2A85E9E30FBB}" srcOrd="2" destOrd="0" presId="urn:microsoft.com/office/officeart/2018/2/layout/IconVerticalSolidList"/>
    <dgm:cxn modelId="{BBC59194-3B3F-4679-9EDA-2E70C8017688}" type="presParOf" srcId="{F4A17B95-278E-487D-ACD2-2A85E9E30FBB}" destId="{3D3CF190-F6C9-4F59-9847-BDA8B74985A2}" srcOrd="0" destOrd="0" presId="urn:microsoft.com/office/officeart/2018/2/layout/IconVerticalSolidList"/>
    <dgm:cxn modelId="{740731EE-14FC-4670-9E06-7085E5CDB050}" type="presParOf" srcId="{F4A17B95-278E-487D-ACD2-2A85E9E30FBB}" destId="{56246004-57CC-4A52-8F80-556F17BDAF0A}" srcOrd="1" destOrd="0" presId="urn:microsoft.com/office/officeart/2018/2/layout/IconVerticalSolidList"/>
    <dgm:cxn modelId="{09E57605-C61E-4A8D-B366-02B360FFE687}" type="presParOf" srcId="{F4A17B95-278E-487D-ACD2-2A85E9E30FBB}" destId="{1D9C39DC-329C-40B2-BD78-E0A6A9317E1A}" srcOrd="2" destOrd="0" presId="urn:microsoft.com/office/officeart/2018/2/layout/IconVerticalSolidList"/>
    <dgm:cxn modelId="{25803619-4676-4C9D-8D3E-0AB2DCA52475}" type="presParOf" srcId="{F4A17B95-278E-487D-ACD2-2A85E9E30FBB}" destId="{7ED764D4-F9F9-478F-B1A6-0E9EEA03283E}" srcOrd="3" destOrd="0" presId="urn:microsoft.com/office/officeart/2018/2/layout/IconVerticalSolidList"/>
    <dgm:cxn modelId="{B96EF599-E1AD-4FAA-A9E8-E9B3006ACA07}" type="presParOf" srcId="{33D24644-2D9F-4529-B349-B6D325C4301E}" destId="{848A6E44-9914-4BA7-B32E-B378254F05D3}" srcOrd="3" destOrd="0" presId="urn:microsoft.com/office/officeart/2018/2/layout/IconVerticalSolidList"/>
    <dgm:cxn modelId="{E8E9EB4F-CDD9-48E5-9F71-B3102A43A14D}" type="presParOf" srcId="{33D24644-2D9F-4529-B349-B6D325C4301E}" destId="{644E1C17-1402-428F-9B7D-287CCF21D587}" srcOrd="4" destOrd="0" presId="urn:microsoft.com/office/officeart/2018/2/layout/IconVerticalSolidList"/>
    <dgm:cxn modelId="{1B36B60C-7B77-45A0-8E04-700CEC61D949}" type="presParOf" srcId="{644E1C17-1402-428F-9B7D-287CCF21D587}" destId="{DBCD9B69-D3B1-4157-ADA6-86C2C32D276F}" srcOrd="0" destOrd="0" presId="urn:microsoft.com/office/officeart/2018/2/layout/IconVerticalSolidList"/>
    <dgm:cxn modelId="{6F0694F1-51D3-4B03-9E53-35B543FB2EEA}" type="presParOf" srcId="{644E1C17-1402-428F-9B7D-287CCF21D587}" destId="{32671CC8-61DB-4472-B16B-06272F61AD3C}" srcOrd="1" destOrd="0" presId="urn:microsoft.com/office/officeart/2018/2/layout/IconVerticalSolidList"/>
    <dgm:cxn modelId="{CAE495BE-7A64-4162-B69A-ED866B5DCADC}" type="presParOf" srcId="{644E1C17-1402-428F-9B7D-287CCF21D587}" destId="{5C1D2DA7-7539-4F18-AA47-035350F78B17}" srcOrd="2" destOrd="0" presId="urn:microsoft.com/office/officeart/2018/2/layout/IconVerticalSolidList"/>
    <dgm:cxn modelId="{6EDF3582-B3E3-4C91-9CF1-E571B09A399D}" type="presParOf" srcId="{644E1C17-1402-428F-9B7D-287CCF21D587}" destId="{4DF30341-D910-4A42-B300-534587C5F18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26236B-996C-41AC-A810-A87D48DB8E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D4AEF78-12C0-47D1-9EAD-1F5CED691494}">
      <dgm:prSet/>
      <dgm:spPr/>
      <dgm:t>
        <a:bodyPr/>
        <a:lstStyle/>
        <a:p>
          <a:r>
            <a:rPr lang="es-ES"/>
            <a:t>Tipo:</a:t>
          </a:r>
          <a:br>
            <a:rPr lang="es-ES"/>
          </a:br>
          <a:r>
            <a:rPr lang="es-ES"/>
            <a:t>-Estructurado</a:t>
          </a:r>
          <a:br>
            <a:rPr lang="es-ES"/>
          </a:br>
          <a:endParaRPr lang="en-US"/>
        </a:p>
      </dgm:t>
    </dgm:pt>
    <dgm:pt modelId="{E1556B3C-4338-46F0-8D0A-27FCB1565824}" type="parTrans" cxnId="{AC4DC6E5-455E-4006-A16E-20DD79929B45}">
      <dgm:prSet/>
      <dgm:spPr/>
      <dgm:t>
        <a:bodyPr/>
        <a:lstStyle/>
        <a:p>
          <a:endParaRPr lang="en-US"/>
        </a:p>
      </dgm:t>
    </dgm:pt>
    <dgm:pt modelId="{C7A2CC77-5105-4E9E-9F8D-8B4C881C1EB1}" type="sibTrans" cxnId="{AC4DC6E5-455E-4006-A16E-20DD79929B45}">
      <dgm:prSet/>
      <dgm:spPr/>
      <dgm:t>
        <a:bodyPr/>
        <a:lstStyle/>
        <a:p>
          <a:endParaRPr lang="en-US"/>
        </a:p>
      </dgm:t>
    </dgm:pt>
    <dgm:pt modelId="{6AE91977-C248-4DDE-AAE1-AB3E501D7136}">
      <dgm:prSet/>
      <dgm:spPr/>
      <dgm:t>
        <a:bodyPr/>
        <a:lstStyle/>
        <a:p>
          <a:r>
            <a:rPr lang="es-ES"/>
            <a:t>Información que contiene:</a:t>
          </a:r>
          <a:br>
            <a:rPr lang="es-ES"/>
          </a:br>
          <a:r>
            <a:rPr lang="es-ES"/>
            <a:t>-Datos de tablas asignadas, datos de ventas o clientes</a:t>
          </a:r>
          <a:endParaRPr lang="en-US"/>
        </a:p>
      </dgm:t>
    </dgm:pt>
    <dgm:pt modelId="{C9A899C1-0E56-4E60-996F-D27F93D68250}" type="parTrans" cxnId="{6943C6C6-FCEF-4AD9-AC9B-65D8A1D8E499}">
      <dgm:prSet/>
      <dgm:spPr/>
      <dgm:t>
        <a:bodyPr/>
        <a:lstStyle/>
        <a:p>
          <a:endParaRPr lang="en-US"/>
        </a:p>
      </dgm:t>
    </dgm:pt>
    <dgm:pt modelId="{6A276C2B-71EE-462E-928E-FAD5D262F20F}" type="sibTrans" cxnId="{6943C6C6-FCEF-4AD9-AC9B-65D8A1D8E499}">
      <dgm:prSet/>
      <dgm:spPr/>
      <dgm:t>
        <a:bodyPr/>
        <a:lstStyle/>
        <a:p>
          <a:endParaRPr lang="en-US"/>
        </a:p>
      </dgm:t>
    </dgm:pt>
    <dgm:pt modelId="{EA631CEA-5A12-475E-9BE7-8C3B410922EC}">
      <dgm:prSet/>
      <dgm:spPr/>
      <dgm:t>
        <a:bodyPr/>
        <a:lstStyle/>
        <a:p>
          <a:r>
            <a:rPr lang="es-ES"/>
            <a:t>En que empresa se puede utilizar:</a:t>
          </a:r>
          <a:br>
            <a:rPr lang="es-ES"/>
          </a:br>
          <a:r>
            <a:rPr lang="es-ES"/>
            <a:t>- Comercio electrónico, Empresas de redes sociales, cualquier tipo de empresa que registre datos, Empresa de logistica</a:t>
          </a:r>
          <a:endParaRPr lang="en-US"/>
        </a:p>
      </dgm:t>
    </dgm:pt>
    <dgm:pt modelId="{0BA3310C-8934-454B-989F-E6214FCA5714}" type="parTrans" cxnId="{B33E96D0-AD06-4B00-B364-3EA9F861E54A}">
      <dgm:prSet/>
      <dgm:spPr/>
      <dgm:t>
        <a:bodyPr/>
        <a:lstStyle/>
        <a:p>
          <a:endParaRPr lang="en-US"/>
        </a:p>
      </dgm:t>
    </dgm:pt>
    <dgm:pt modelId="{EC71B2B9-9836-412C-92E1-B08F98913930}" type="sibTrans" cxnId="{B33E96D0-AD06-4B00-B364-3EA9F861E54A}">
      <dgm:prSet/>
      <dgm:spPr/>
      <dgm:t>
        <a:bodyPr/>
        <a:lstStyle/>
        <a:p>
          <a:endParaRPr lang="en-US"/>
        </a:p>
      </dgm:t>
    </dgm:pt>
    <dgm:pt modelId="{D32D125B-2B4A-42B1-BFC1-E5E13AD19380}" type="pres">
      <dgm:prSet presAssocID="{DE26236B-996C-41AC-A810-A87D48DB8EF6}" presName="root" presStyleCnt="0">
        <dgm:presLayoutVars>
          <dgm:dir/>
          <dgm:resizeHandles val="exact"/>
        </dgm:presLayoutVars>
      </dgm:prSet>
      <dgm:spPr/>
    </dgm:pt>
    <dgm:pt modelId="{0A6F5522-ACDF-495F-866F-F03DBDD4F417}" type="pres">
      <dgm:prSet presAssocID="{8D4AEF78-12C0-47D1-9EAD-1F5CED691494}" presName="compNode" presStyleCnt="0"/>
      <dgm:spPr/>
    </dgm:pt>
    <dgm:pt modelId="{A7413B5D-B204-4AC2-943E-954F6CDD1CA4}" type="pres">
      <dgm:prSet presAssocID="{8D4AEF78-12C0-47D1-9EAD-1F5CED691494}" presName="bgRect" presStyleLbl="bgShp" presStyleIdx="0" presStyleCnt="3"/>
      <dgm:spPr/>
    </dgm:pt>
    <dgm:pt modelId="{6B26A0A4-2506-489D-B9B8-012E77B45597}" type="pres">
      <dgm:prSet presAssocID="{8D4AEF78-12C0-47D1-9EAD-1F5CED69149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50E0E258-8530-431E-B0E9-6C00DF376297}" type="pres">
      <dgm:prSet presAssocID="{8D4AEF78-12C0-47D1-9EAD-1F5CED691494}" presName="spaceRect" presStyleCnt="0"/>
      <dgm:spPr/>
    </dgm:pt>
    <dgm:pt modelId="{2117E997-A1EF-4790-A452-7BAD031BA771}" type="pres">
      <dgm:prSet presAssocID="{8D4AEF78-12C0-47D1-9EAD-1F5CED691494}" presName="parTx" presStyleLbl="revTx" presStyleIdx="0" presStyleCnt="3">
        <dgm:presLayoutVars>
          <dgm:chMax val="0"/>
          <dgm:chPref val="0"/>
        </dgm:presLayoutVars>
      </dgm:prSet>
      <dgm:spPr/>
    </dgm:pt>
    <dgm:pt modelId="{802C667F-DEFA-43CE-AC4B-5D9F2A484C16}" type="pres">
      <dgm:prSet presAssocID="{C7A2CC77-5105-4E9E-9F8D-8B4C881C1EB1}" presName="sibTrans" presStyleCnt="0"/>
      <dgm:spPr/>
    </dgm:pt>
    <dgm:pt modelId="{2C964E00-8502-4E30-8C27-5D21C179001A}" type="pres">
      <dgm:prSet presAssocID="{6AE91977-C248-4DDE-AAE1-AB3E501D7136}" presName="compNode" presStyleCnt="0"/>
      <dgm:spPr/>
    </dgm:pt>
    <dgm:pt modelId="{40A40AF3-8723-4022-BE90-88B166EE0E93}" type="pres">
      <dgm:prSet presAssocID="{6AE91977-C248-4DDE-AAE1-AB3E501D7136}" presName="bgRect" presStyleLbl="bgShp" presStyleIdx="1" presStyleCnt="3"/>
      <dgm:spPr/>
    </dgm:pt>
    <dgm:pt modelId="{ECF99873-55B6-4491-B7C8-9CEFC3F035B9}" type="pres">
      <dgm:prSet presAssocID="{6AE91977-C248-4DDE-AAE1-AB3E501D713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8020EDFD-70D1-4D77-96EC-D874F3E1C5F6}" type="pres">
      <dgm:prSet presAssocID="{6AE91977-C248-4DDE-AAE1-AB3E501D7136}" presName="spaceRect" presStyleCnt="0"/>
      <dgm:spPr/>
    </dgm:pt>
    <dgm:pt modelId="{A131DC90-05AE-450D-8124-7CC1722EA686}" type="pres">
      <dgm:prSet presAssocID="{6AE91977-C248-4DDE-AAE1-AB3E501D7136}" presName="parTx" presStyleLbl="revTx" presStyleIdx="1" presStyleCnt="3">
        <dgm:presLayoutVars>
          <dgm:chMax val="0"/>
          <dgm:chPref val="0"/>
        </dgm:presLayoutVars>
      </dgm:prSet>
      <dgm:spPr/>
    </dgm:pt>
    <dgm:pt modelId="{00A6A5E9-1CC7-4B44-B8D9-83EA23373BE8}" type="pres">
      <dgm:prSet presAssocID="{6A276C2B-71EE-462E-928E-FAD5D262F20F}" presName="sibTrans" presStyleCnt="0"/>
      <dgm:spPr/>
    </dgm:pt>
    <dgm:pt modelId="{49EC2784-500E-4FFD-9DDE-F874526A3479}" type="pres">
      <dgm:prSet presAssocID="{EA631CEA-5A12-475E-9BE7-8C3B410922EC}" presName="compNode" presStyleCnt="0"/>
      <dgm:spPr/>
    </dgm:pt>
    <dgm:pt modelId="{9F911E00-1617-4DE1-AFC5-3548FBDF2B45}" type="pres">
      <dgm:prSet presAssocID="{EA631CEA-5A12-475E-9BE7-8C3B410922EC}" presName="bgRect" presStyleLbl="bgShp" presStyleIdx="2" presStyleCnt="3"/>
      <dgm:spPr/>
    </dgm:pt>
    <dgm:pt modelId="{626C455C-C744-4011-B1DE-22AD197C3D10}" type="pres">
      <dgm:prSet presAssocID="{EA631CEA-5A12-475E-9BE7-8C3B410922E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7DF9599D-D4D2-45D9-897B-ECFE3A32DB55}" type="pres">
      <dgm:prSet presAssocID="{EA631CEA-5A12-475E-9BE7-8C3B410922EC}" presName="spaceRect" presStyleCnt="0"/>
      <dgm:spPr/>
    </dgm:pt>
    <dgm:pt modelId="{9B93C82D-39A6-44BA-9741-2A2C42170214}" type="pres">
      <dgm:prSet presAssocID="{EA631CEA-5A12-475E-9BE7-8C3B410922E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8DFF5B5-D99A-478B-8A2E-8D6921923713}" type="presOf" srcId="{8D4AEF78-12C0-47D1-9EAD-1F5CED691494}" destId="{2117E997-A1EF-4790-A452-7BAD031BA771}" srcOrd="0" destOrd="0" presId="urn:microsoft.com/office/officeart/2018/2/layout/IconVerticalSolidList"/>
    <dgm:cxn modelId="{6943C6C6-FCEF-4AD9-AC9B-65D8A1D8E499}" srcId="{DE26236B-996C-41AC-A810-A87D48DB8EF6}" destId="{6AE91977-C248-4DDE-AAE1-AB3E501D7136}" srcOrd="1" destOrd="0" parTransId="{C9A899C1-0E56-4E60-996F-D27F93D68250}" sibTransId="{6A276C2B-71EE-462E-928E-FAD5D262F20F}"/>
    <dgm:cxn modelId="{B33E96D0-AD06-4B00-B364-3EA9F861E54A}" srcId="{DE26236B-996C-41AC-A810-A87D48DB8EF6}" destId="{EA631CEA-5A12-475E-9BE7-8C3B410922EC}" srcOrd="2" destOrd="0" parTransId="{0BA3310C-8934-454B-989F-E6214FCA5714}" sibTransId="{EC71B2B9-9836-412C-92E1-B08F98913930}"/>
    <dgm:cxn modelId="{19DDC4D8-A825-4CBC-A799-7E6552D4A5D9}" type="presOf" srcId="{6AE91977-C248-4DDE-AAE1-AB3E501D7136}" destId="{A131DC90-05AE-450D-8124-7CC1722EA686}" srcOrd="0" destOrd="0" presId="urn:microsoft.com/office/officeart/2018/2/layout/IconVerticalSolidList"/>
    <dgm:cxn modelId="{D5FA22E1-DE66-4A6C-A121-683BA74A5CAA}" type="presOf" srcId="{DE26236B-996C-41AC-A810-A87D48DB8EF6}" destId="{D32D125B-2B4A-42B1-BFC1-E5E13AD19380}" srcOrd="0" destOrd="0" presId="urn:microsoft.com/office/officeart/2018/2/layout/IconVerticalSolidList"/>
    <dgm:cxn modelId="{AC4DC6E5-455E-4006-A16E-20DD79929B45}" srcId="{DE26236B-996C-41AC-A810-A87D48DB8EF6}" destId="{8D4AEF78-12C0-47D1-9EAD-1F5CED691494}" srcOrd="0" destOrd="0" parTransId="{E1556B3C-4338-46F0-8D0A-27FCB1565824}" sibTransId="{C7A2CC77-5105-4E9E-9F8D-8B4C881C1EB1}"/>
    <dgm:cxn modelId="{858AE1F8-3B03-425C-8A15-B12E2E88231D}" type="presOf" srcId="{EA631CEA-5A12-475E-9BE7-8C3B410922EC}" destId="{9B93C82D-39A6-44BA-9741-2A2C42170214}" srcOrd="0" destOrd="0" presId="urn:microsoft.com/office/officeart/2018/2/layout/IconVerticalSolidList"/>
    <dgm:cxn modelId="{269BE0B6-715D-4AB5-9BED-EFECD1F84954}" type="presParOf" srcId="{D32D125B-2B4A-42B1-BFC1-E5E13AD19380}" destId="{0A6F5522-ACDF-495F-866F-F03DBDD4F417}" srcOrd="0" destOrd="0" presId="urn:microsoft.com/office/officeart/2018/2/layout/IconVerticalSolidList"/>
    <dgm:cxn modelId="{77905A85-0565-49B2-8D19-43BE0DF3A1D0}" type="presParOf" srcId="{0A6F5522-ACDF-495F-866F-F03DBDD4F417}" destId="{A7413B5D-B204-4AC2-943E-954F6CDD1CA4}" srcOrd="0" destOrd="0" presId="urn:microsoft.com/office/officeart/2018/2/layout/IconVerticalSolidList"/>
    <dgm:cxn modelId="{3AD33965-97B8-4A67-875D-3E5A650B6AA7}" type="presParOf" srcId="{0A6F5522-ACDF-495F-866F-F03DBDD4F417}" destId="{6B26A0A4-2506-489D-B9B8-012E77B45597}" srcOrd="1" destOrd="0" presId="urn:microsoft.com/office/officeart/2018/2/layout/IconVerticalSolidList"/>
    <dgm:cxn modelId="{93C232B4-2AEB-43A6-BA0A-E4C996391B62}" type="presParOf" srcId="{0A6F5522-ACDF-495F-866F-F03DBDD4F417}" destId="{50E0E258-8530-431E-B0E9-6C00DF376297}" srcOrd="2" destOrd="0" presId="urn:microsoft.com/office/officeart/2018/2/layout/IconVerticalSolidList"/>
    <dgm:cxn modelId="{60804EE1-1B86-4521-A323-A9FBBDD4F272}" type="presParOf" srcId="{0A6F5522-ACDF-495F-866F-F03DBDD4F417}" destId="{2117E997-A1EF-4790-A452-7BAD031BA771}" srcOrd="3" destOrd="0" presId="urn:microsoft.com/office/officeart/2018/2/layout/IconVerticalSolidList"/>
    <dgm:cxn modelId="{9ACCD6E2-3ACB-42A4-8CDD-7FB6F8706506}" type="presParOf" srcId="{D32D125B-2B4A-42B1-BFC1-E5E13AD19380}" destId="{802C667F-DEFA-43CE-AC4B-5D9F2A484C16}" srcOrd="1" destOrd="0" presId="urn:microsoft.com/office/officeart/2018/2/layout/IconVerticalSolidList"/>
    <dgm:cxn modelId="{BA171A9C-A4C1-4E02-871A-856E7A3FBABC}" type="presParOf" srcId="{D32D125B-2B4A-42B1-BFC1-E5E13AD19380}" destId="{2C964E00-8502-4E30-8C27-5D21C179001A}" srcOrd="2" destOrd="0" presId="urn:microsoft.com/office/officeart/2018/2/layout/IconVerticalSolidList"/>
    <dgm:cxn modelId="{083684EB-704D-48F4-91DF-423733D46869}" type="presParOf" srcId="{2C964E00-8502-4E30-8C27-5D21C179001A}" destId="{40A40AF3-8723-4022-BE90-88B166EE0E93}" srcOrd="0" destOrd="0" presId="urn:microsoft.com/office/officeart/2018/2/layout/IconVerticalSolidList"/>
    <dgm:cxn modelId="{38AD9349-1502-406B-AA77-A76168132D63}" type="presParOf" srcId="{2C964E00-8502-4E30-8C27-5D21C179001A}" destId="{ECF99873-55B6-4491-B7C8-9CEFC3F035B9}" srcOrd="1" destOrd="0" presId="urn:microsoft.com/office/officeart/2018/2/layout/IconVerticalSolidList"/>
    <dgm:cxn modelId="{60BD75A5-8FC8-4123-80BC-10BD86AF243D}" type="presParOf" srcId="{2C964E00-8502-4E30-8C27-5D21C179001A}" destId="{8020EDFD-70D1-4D77-96EC-D874F3E1C5F6}" srcOrd="2" destOrd="0" presId="urn:microsoft.com/office/officeart/2018/2/layout/IconVerticalSolidList"/>
    <dgm:cxn modelId="{73B2F680-668B-4615-A051-8ABF6BF46D47}" type="presParOf" srcId="{2C964E00-8502-4E30-8C27-5D21C179001A}" destId="{A131DC90-05AE-450D-8124-7CC1722EA686}" srcOrd="3" destOrd="0" presId="urn:microsoft.com/office/officeart/2018/2/layout/IconVerticalSolidList"/>
    <dgm:cxn modelId="{F47EC57A-4B3D-42B7-A99A-7B9E8C94E486}" type="presParOf" srcId="{D32D125B-2B4A-42B1-BFC1-E5E13AD19380}" destId="{00A6A5E9-1CC7-4B44-B8D9-83EA23373BE8}" srcOrd="3" destOrd="0" presId="urn:microsoft.com/office/officeart/2018/2/layout/IconVerticalSolidList"/>
    <dgm:cxn modelId="{EF0F5AF8-15A6-4D51-ABA8-96015C8417DB}" type="presParOf" srcId="{D32D125B-2B4A-42B1-BFC1-E5E13AD19380}" destId="{49EC2784-500E-4FFD-9DDE-F874526A3479}" srcOrd="4" destOrd="0" presId="urn:microsoft.com/office/officeart/2018/2/layout/IconVerticalSolidList"/>
    <dgm:cxn modelId="{07D676A2-5DA8-40EA-8502-D114CA611CA0}" type="presParOf" srcId="{49EC2784-500E-4FFD-9DDE-F874526A3479}" destId="{9F911E00-1617-4DE1-AFC5-3548FBDF2B45}" srcOrd="0" destOrd="0" presId="urn:microsoft.com/office/officeart/2018/2/layout/IconVerticalSolidList"/>
    <dgm:cxn modelId="{F424F783-F90E-4166-82B9-A8BCEF4FB0F8}" type="presParOf" srcId="{49EC2784-500E-4FFD-9DDE-F874526A3479}" destId="{626C455C-C744-4011-B1DE-22AD197C3D10}" srcOrd="1" destOrd="0" presId="urn:microsoft.com/office/officeart/2018/2/layout/IconVerticalSolidList"/>
    <dgm:cxn modelId="{75AB80D2-6599-47C0-A3F1-09291996B4E0}" type="presParOf" srcId="{49EC2784-500E-4FFD-9DDE-F874526A3479}" destId="{7DF9599D-D4D2-45D9-897B-ECFE3A32DB55}" srcOrd="2" destOrd="0" presId="urn:microsoft.com/office/officeart/2018/2/layout/IconVerticalSolidList"/>
    <dgm:cxn modelId="{AB1CBE78-749C-4CA7-82F3-6E54F4619941}" type="presParOf" srcId="{49EC2784-500E-4FFD-9DDE-F874526A3479}" destId="{9B93C82D-39A6-44BA-9741-2A2C421702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487E9F5-6637-4C1C-A94B-5AC71BCE5F4C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09DD52-A852-45BA-B730-CEACF11648FF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s-ES" dirty="0"/>
            <a:t>Ejemplo:</a:t>
          </a:r>
          <a:endParaRPr lang="en-US" dirty="0"/>
        </a:p>
      </dgm:t>
    </dgm:pt>
    <dgm:pt modelId="{5777AF35-B87F-4899-9FAC-29DD5D1D54F2}" type="parTrans" cxnId="{7474099C-0BD9-4BD9-B550-DE9EFBC48EC6}">
      <dgm:prSet/>
      <dgm:spPr/>
      <dgm:t>
        <a:bodyPr/>
        <a:lstStyle/>
        <a:p>
          <a:endParaRPr lang="en-US"/>
        </a:p>
      </dgm:t>
    </dgm:pt>
    <dgm:pt modelId="{6197034F-E809-4BBF-91E7-E7EC7DB63C4B}" type="sibTrans" cxnId="{7474099C-0BD9-4BD9-B550-DE9EFBC48EC6}">
      <dgm:prSet/>
      <dgm:spPr/>
      <dgm:t>
        <a:bodyPr/>
        <a:lstStyle/>
        <a:p>
          <a:endParaRPr lang="en-US"/>
        </a:p>
      </dgm:t>
    </dgm:pt>
    <dgm:pt modelId="{50960CEA-045B-4EFC-9013-27EB32902D5F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s-ES"/>
            <a:t>Decimales: 0.19</a:t>
          </a:r>
          <a:endParaRPr lang="en-US"/>
        </a:p>
      </dgm:t>
    </dgm:pt>
    <dgm:pt modelId="{1097EC81-A132-4F03-A559-5222CA217BA3}" type="parTrans" cxnId="{E34564A4-4D9F-4AD8-98A9-6917A79AF69E}">
      <dgm:prSet/>
      <dgm:spPr/>
      <dgm:t>
        <a:bodyPr/>
        <a:lstStyle/>
        <a:p>
          <a:endParaRPr lang="en-US"/>
        </a:p>
      </dgm:t>
    </dgm:pt>
    <dgm:pt modelId="{A1119A29-CD26-48C2-A2A5-86B2C7587C86}" type="sibTrans" cxnId="{E34564A4-4D9F-4AD8-98A9-6917A79AF69E}">
      <dgm:prSet/>
      <dgm:spPr/>
      <dgm:t>
        <a:bodyPr/>
        <a:lstStyle/>
        <a:p>
          <a:endParaRPr lang="en-US"/>
        </a:p>
      </dgm:t>
    </dgm:pt>
    <dgm:pt modelId="{6BA1205F-8E11-470C-A676-200E38E89A57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s-ES"/>
            <a:t>Entero: 5</a:t>
          </a:r>
          <a:endParaRPr lang="en-US"/>
        </a:p>
      </dgm:t>
    </dgm:pt>
    <dgm:pt modelId="{D4CC0E6B-1759-4973-B04D-9A82E017ADB8}" type="parTrans" cxnId="{2FC6A60E-B6BA-4F00-9CEF-9498BAE23EB5}">
      <dgm:prSet/>
      <dgm:spPr/>
      <dgm:t>
        <a:bodyPr/>
        <a:lstStyle/>
        <a:p>
          <a:endParaRPr lang="en-US"/>
        </a:p>
      </dgm:t>
    </dgm:pt>
    <dgm:pt modelId="{6C653323-49F1-4D9E-B1FD-0DB664156A12}" type="sibTrans" cxnId="{2FC6A60E-B6BA-4F00-9CEF-9498BAE23EB5}">
      <dgm:prSet/>
      <dgm:spPr/>
      <dgm:t>
        <a:bodyPr/>
        <a:lstStyle/>
        <a:p>
          <a:endParaRPr lang="en-US"/>
        </a:p>
      </dgm:t>
    </dgm:pt>
    <dgm:pt modelId="{2F8E5FB3-1B1E-4181-B1BC-BD88F1ACBA46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INT, BIGINT, SMALLINT, TINYINT, DECIMAL, NUMERIC…</a:t>
          </a:r>
        </a:p>
      </dgm:t>
    </dgm:pt>
    <dgm:pt modelId="{85873EA2-2E00-48FE-8124-0416A1EECDD6}" type="parTrans" cxnId="{A73F5E4D-5E02-4B42-B9BE-1FFCCBF77835}">
      <dgm:prSet/>
      <dgm:spPr/>
      <dgm:t>
        <a:bodyPr/>
        <a:lstStyle/>
        <a:p>
          <a:endParaRPr lang="en-US"/>
        </a:p>
      </dgm:t>
    </dgm:pt>
    <dgm:pt modelId="{4EAEB9A8-0D39-4391-B9D5-BF1AC90883E8}" type="sibTrans" cxnId="{A73F5E4D-5E02-4B42-B9BE-1FFCCBF77835}">
      <dgm:prSet/>
      <dgm:spPr/>
      <dgm:t>
        <a:bodyPr/>
        <a:lstStyle/>
        <a:p>
          <a:endParaRPr lang="en-US"/>
        </a:p>
      </dgm:t>
    </dgm:pt>
    <dgm:pt modelId="{CB0824EE-4083-46AC-96D9-BAF3C66DD5B9}" type="pres">
      <dgm:prSet presAssocID="{F487E9F5-6637-4C1C-A94B-5AC71BCE5F4C}" presName="linear" presStyleCnt="0">
        <dgm:presLayoutVars>
          <dgm:animLvl val="lvl"/>
          <dgm:resizeHandles val="exact"/>
        </dgm:presLayoutVars>
      </dgm:prSet>
      <dgm:spPr/>
    </dgm:pt>
    <dgm:pt modelId="{713E44BB-02D5-4A6A-AA71-9E6744454A78}" type="pres">
      <dgm:prSet presAssocID="{E809DD52-A852-45BA-B730-CEACF11648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B3391A-8982-46C1-BD76-9B4F69EEB0D9}" type="pres">
      <dgm:prSet presAssocID="{6197034F-E809-4BBF-91E7-E7EC7DB63C4B}" presName="spacer" presStyleCnt="0"/>
      <dgm:spPr/>
    </dgm:pt>
    <dgm:pt modelId="{E81DB061-9179-4EE1-9321-3A56C6357A44}" type="pres">
      <dgm:prSet presAssocID="{50960CEA-045B-4EFC-9013-27EB32902D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9131B9-50F8-4C0C-925C-A7E8D8A05DF0}" type="pres">
      <dgm:prSet presAssocID="{A1119A29-CD26-48C2-A2A5-86B2C7587C86}" presName="spacer" presStyleCnt="0"/>
      <dgm:spPr/>
    </dgm:pt>
    <dgm:pt modelId="{8906A9E8-3457-47C5-8537-C4B052FC0D78}" type="pres">
      <dgm:prSet presAssocID="{6BA1205F-8E11-470C-A676-200E38E89A5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E87E195-8ECF-4DE9-8B7B-6690B1A8EF29}" type="pres">
      <dgm:prSet presAssocID="{6C653323-49F1-4D9E-B1FD-0DB664156A12}" presName="spacer" presStyleCnt="0"/>
      <dgm:spPr/>
    </dgm:pt>
    <dgm:pt modelId="{FF5F6F91-F598-4836-B254-32D6BBE30850}" type="pres">
      <dgm:prSet presAssocID="{2F8E5FB3-1B1E-4181-B1BC-BD88F1ACBA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EFF807-8F16-49D5-B8DC-396AABB19A5C}" type="presOf" srcId="{F487E9F5-6637-4C1C-A94B-5AC71BCE5F4C}" destId="{CB0824EE-4083-46AC-96D9-BAF3C66DD5B9}" srcOrd="0" destOrd="0" presId="urn:microsoft.com/office/officeart/2005/8/layout/vList2"/>
    <dgm:cxn modelId="{34B8560D-D05E-4103-AE3C-BFB9142B021C}" type="presOf" srcId="{2F8E5FB3-1B1E-4181-B1BC-BD88F1ACBA46}" destId="{FF5F6F91-F598-4836-B254-32D6BBE30850}" srcOrd="0" destOrd="0" presId="urn:microsoft.com/office/officeart/2005/8/layout/vList2"/>
    <dgm:cxn modelId="{2FC6A60E-B6BA-4F00-9CEF-9498BAE23EB5}" srcId="{F487E9F5-6637-4C1C-A94B-5AC71BCE5F4C}" destId="{6BA1205F-8E11-470C-A676-200E38E89A57}" srcOrd="2" destOrd="0" parTransId="{D4CC0E6B-1759-4973-B04D-9A82E017ADB8}" sibTransId="{6C653323-49F1-4D9E-B1FD-0DB664156A12}"/>
    <dgm:cxn modelId="{A73F5E4D-5E02-4B42-B9BE-1FFCCBF77835}" srcId="{F487E9F5-6637-4C1C-A94B-5AC71BCE5F4C}" destId="{2F8E5FB3-1B1E-4181-B1BC-BD88F1ACBA46}" srcOrd="3" destOrd="0" parTransId="{85873EA2-2E00-48FE-8124-0416A1EECDD6}" sibTransId="{4EAEB9A8-0D39-4391-B9D5-BF1AC90883E8}"/>
    <dgm:cxn modelId="{EDD6EF8F-03B6-4D55-8C86-242FE96163A9}" type="presOf" srcId="{6BA1205F-8E11-470C-A676-200E38E89A57}" destId="{8906A9E8-3457-47C5-8537-C4B052FC0D78}" srcOrd="0" destOrd="0" presId="urn:microsoft.com/office/officeart/2005/8/layout/vList2"/>
    <dgm:cxn modelId="{B1795996-E666-463D-96E2-3083C0923344}" type="presOf" srcId="{50960CEA-045B-4EFC-9013-27EB32902D5F}" destId="{E81DB061-9179-4EE1-9321-3A56C6357A44}" srcOrd="0" destOrd="0" presId="urn:microsoft.com/office/officeart/2005/8/layout/vList2"/>
    <dgm:cxn modelId="{7474099C-0BD9-4BD9-B550-DE9EFBC48EC6}" srcId="{F487E9F5-6637-4C1C-A94B-5AC71BCE5F4C}" destId="{E809DD52-A852-45BA-B730-CEACF11648FF}" srcOrd="0" destOrd="0" parTransId="{5777AF35-B87F-4899-9FAC-29DD5D1D54F2}" sibTransId="{6197034F-E809-4BBF-91E7-E7EC7DB63C4B}"/>
    <dgm:cxn modelId="{E34564A4-4D9F-4AD8-98A9-6917A79AF69E}" srcId="{F487E9F5-6637-4C1C-A94B-5AC71BCE5F4C}" destId="{50960CEA-045B-4EFC-9013-27EB32902D5F}" srcOrd="1" destOrd="0" parTransId="{1097EC81-A132-4F03-A559-5222CA217BA3}" sibTransId="{A1119A29-CD26-48C2-A2A5-86B2C7587C86}"/>
    <dgm:cxn modelId="{D259ABAB-7629-4B83-9246-6D94B15D2889}" type="presOf" srcId="{E809DD52-A852-45BA-B730-CEACF11648FF}" destId="{713E44BB-02D5-4A6A-AA71-9E6744454A78}" srcOrd="0" destOrd="0" presId="urn:microsoft.com/office/officeart/2005/8/layout/vList2"/>
    <dgm:cxn modelId="{7DD733A2-D588-4D4D-B797-B833EC91373F}" type="presParOf" srcId="{CB0824EE-4083-46AC-96D9-BAF3C66DD5B9}" destId="{713E44BB-02D5-4A6A-AA71-9E6744454A78}" srcOrd="0" destOrd="0" presId="urn:microsoft.com/office/officeart/2005/8/layout/vList2"/>
    <dgm:cxn modelId="{D03A728A-A305-4BDA-A8AA-D36FBD5EDC3F}" type="presParOf" srcId="{CB0824EE-4083-46AC-96D9-BAF3C66DD5B9}" destId="{9CB3391A-8982-46C1-BD76-9B4F69EEB0D9}" srcOrd="1" destOrd="0" presId="urn:microsoft.com/office/officeart/2005/8/layout/vList2"/>
    <dgm:cxn modelId="{CAAFB7A4-B926-42CB-BD88-A784ACECAE74}" type="presParOf" srcId="{CB0824EE-4083-46AC-96D9-BAF3C66DD5B9}" destId="{E81DB061-9179-4EE1-9321-3A56C6357A44}" srcOrd="2" destOrd="0" presId="urn:microsoft.com/office/officeart/2005/8/layout/vList2"/>
    <dgm:cxn modelId="{DC7C6640-F75F-4A60-A9FC-6D0235E99CCE}" type="presParOf" srcId="{CB0824EE-4083-46AC-96D9-BAF3C66DD5B9}" destId="{5B9131B9-50F8-4C0C-925C-A7E8D8A05DF0}" srcOrd="3" destOrd="0" presId="urn:microsoft.com/office/officeart/2005/8/layout/vList2"/>
    <dgm:cxn modelId="{517BD466-2B2C-484C-9EF4-2BE3722B7F9F}" type="presParOf" srcId="{CB0824EE-4083-46AC-96D9-BAF3C66DD5B9}" destId="{8906A9E8-3457-47C5-8537-C4B052FC0D78}" srcOrd="4" destOrd="0" presId="urn:microsoft.com/office/officeart/2005/8/layout/vList2"/>
    <dgm:cxn modelId="{AEEB0E04-52AC-4AB2-875F-0E2C0F12E06C}" type="presParOf" srcId="{CB0824EE-4083-46AC-96D9-BAF3C66DD5B9}" destId="{BE87E195-8ECF-4DE9-8B7B-6690B1A8EF29}" srcOrd="5" destOrd="0" presId="urn:microsoft.com/office/officeart/2005/8/layout/vList2"/>
    <dgm:cxn modelId="{A29C67C8-134F-4F68-88D0-04AFCA673F67}" type="presParOf" srcId="{CB0824EE-4083-46AC-96D9-BAF3C66DD5B9}" destId="{FF5F6F91-F598-4836-B254-32D6BBE3085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C7FDC5-E256-4CEA-A6E1-9ABA6C5E8E60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18F5C7-9704-4096-BE70-FABF8157CCB5}">
      <dgm:prSet/>
      <dgm:spPr>
        <a:solidFill>
          <a:schemeClr val="accent1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s-ES"/>
            <a:t>Ejemplo</a:t>
          </a:r>
          <a:endParaRPr lang="en-US"/>
        </a:p>
      </dgm:t>
    </dgm:pt>
    <dgm:pt modelId="{E88AAFF7-9AED-4D1B-8288-424B05878B41}" type="parTrans" cxnId="{74CDFEE3-0972-450C-8B81-2FE5BCD09591}">
      <dgm:prSet/>
      <dgm:spPr/>
      <dgm:t>
        <a:bodyPr/>
        <a:lstStyle/>
        <a:p>
          <a:endParaRPr lang="en-US"/>
        </a:p>
      </dgm:t>
    </dgm:pt>
    <dgm:pt modelId="{BFC99335-5F41-43A6-8FB1-DF72F6D61A01}" type="sibTrans" cxnId="{74CDFEE3-0972-450C-8B81-2FE5BCD09591}">
      <dgm:prSet/>
      <dgm:spPr/>
      <dgm:t>
        <a:bodyPr/>
        <a:lstStyle/>
        <a:p>
          <a:endParaRPr lang="en-US"/>
        </a:p>
      </dgm:t>
    </dgm:pt>
    <dgm:pt modelId="{00156378-E97C-4F93-9C81-70B11A231BC3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s-ES"/>
            <a:t>String: “ Hola “</a:t>
          </a:r>
          <a:endParaRPr lang="en-US"/>
        </a:p>
      </dgm:t>
    </dgm:pt>
    <dgm:pt modelId="{1EBACC46-001B-446C-8509-3BD5FB0EA552}" type="parTrans" cxnId="{CD0D0C8A-61DC-468C-85E1-3B44394A1C96}">
      <dgm:prSet/>
      <dgm:spPr/>
      <dgm:t>
        <a:bodyPr/>
        <a:lstStyle/>
        <a:p>
          <a:endParaRPr lang="en-US"/>
        </a:p>
      </dgm:t>
    </dgm:pt>
    <dgm:pt modelId="{A024F727-989C-46E5-95CA-2DAC03E35439}" type="sibTrans" cxnId="{CD0D0C8A-61DC-468C-85E1-3B44394A1C96}">
      <dgm:prSet/>
      <dgm:spPr/>
      <dgm:t>
        <a:bodyPr/>
        <a:lstStyle/>
        <a:p>
          <a:endParaRPr lang="en-US"/>
        </a:p>
      </dgm:t>
    </dgm:pt>
    <dgm:pt modelId="{4900DFFA-C60B-475D-9E9B-F43795FBD9F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s-ES"/>
            <a:t>Date: “14 De Febrero”</a:t>
          </a:r>
          <a:endParaRPr lang="en-US"/>
        </a:p>
      </dgm:t>
    </dgm:pt>
    <dgm:pt modelId="{A64D28F9-C907-4AAC-8353-0F19C71A0188}" type="parTrans" cxnId="{54E7CA34-06CC-4BB2-AC1D-6471AD3DDA12}">
      <dgm:prSet/>
      <dgm:spPr/>
      <dgm:t>
        <a:bodyPr/>
        <a:lstStyle/>
        <a:p>
          <a:endParaRPr lang="en-US"/>
        </a:p>
      </dgm:t>
    </dgm:pt>
    <dgm:pt modelId="{AB4CC60E-AEC9-4E3D-8BAF-D98D5FA91EED}" type="sibTrans" cxnId="{54E7CA34-06CC-4BB2-AC1D-6471AD3DDA12}">
      <dgm:prSet/>
      <dgm:spPr/>
      <dgm:t>
        <a:bodyPr/>
        <a:lstStyle/>
        <a:p>
          <a:endParaRPr lang="en-US"/>
        </a:p>
      </dgm:t>
    </dgm:pt>
    <dgm:pt modelId="{34815FB6-A898-4E8D-A18B-71C20F69E7F6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pt-BR"/>
            <a:t>CHAR(n), VARCHAR(n), NVARCHAR(n)...</a:t>
          </a:r>
          <a:br>
            <a:rPr lang="es-ES"/>
          </a:br>
          <a:endParaRPr lang="en-US"/>
        </a:p>
      </dgm:t>
    </dgm:pt>
    <dgm:pt modelId="{5248DE28-E071-4B0D-AD48-F4DD003314BF}" type="parTrans" cxnId="{8D21031B-D13B-4B4D-AC32-C6ADAF641133}">
      <dgm:prSet/>
      <dgm:spPr/>
      <dgm:t>
        <a:bodyPr/>
        <a:lstStyle/>
        <a:p>
          <a:endParaRPr lang="en-US"/>
        </a:p>
      </dgm:t>
    </dgm:pt>
    <dgm:pt modelId="{63CC472C-2695-421D-89BD-4E701DCDED46}" type="sibTrans" cxnId="{8D21031B-D13B-4B4D-AC32-C6ADAF641133}">
      <dgm:prSet/>
      <dgm:spPr/>
      <dgm:t>
        <a:bodyPr/>
        <a:lstStyle/>
        <a:p>
          <a:endParaRPr lang="en-US"/>
        </a:p>
      </dgm:t>
    </dgm:pt>
    <dgm:pt modelId="{316B1EE5-CC33-405E-8D3C-55C302E38342}" type="pres">
      <dgm:prSet presAssocID="{BFC7FDC5-E256-4CEA-A6E1-9ABA6C5E8E60}" presName="linear" presStyleCnt="0">
        <dgm:presLayoutVars>
          <dgm:animLvl val="lvl"/>
          <dgm:resizeHandles val="exact"/>
        </dgm:presLayoutVars>
      </dgm:prSet>
      <dgm:spPr/>
    </dgm:pt>
    <dgm:pt modelId="{3957CF0C-C41F-41BF-B46A-1F5CC59B5A8F}" type="pres">
      <dgm:prSet presAssocID="{1218F5C7-9704-4096-BE70-FABF8157CC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13F9DB3-4B4D-4F3C-B4B5-03A94D1BBE16}" type="pres">
      <dgm:prSet presAssocID="{BFC99335-5F41-43A6-8FB1-DF72F6D61A01}" presName="spacer" presStyleCnt="0"/>
      <dgm:spPr/>
    </dgm:pt>
    <dgm:pt modelId="{618F98AE-31FD-4E7A-99D3-B329491ABE23}" type="pres">
      <dgm:prSet presAssocID="{00156378-E97C-4F93-9C81-70B11A231BC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08799D7-55E9-4D06-9725-BFEC8933F3D3}" type="pres">
      <dgm:prSet presAssocID="{A024F727-989C-46E5-95CA-2DAC03E35439}" presName="spacer" presStyleCnt="0"/>
      <dgm:spPr/>
    </dgm:pt>
    <dgm:pt modelId="{3DC6D7C4-113B-4532-AD98-BC326FB43C98}" type="pres">
      <dgm:prSet presAssocID="{4900DFFA-C60B-475D-9E9B-F43795FBD9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42BF6F5-C39E-4971-87AA-2EAAE19B6EE8}" type="pres">
      <dgm:prSet presAssocID="{AB4CC60E-AEC9-4E3D-8BAF-D98D5FA91EED}" presName="spacer" presStyleCnt="0"/>
      <dgm:spPr/>
    </dgm:pt>
    <dgm:pt modelId="{1E85E5F6-61AA-4A14-BD69-3E8B6C735779}" type="pres">
      <dgm:prSet presAssocID="{34815FB6-A898-4E8D-A18B-71C20F69E7F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21031B-D13B-4B4D-AC32-C6ADAF641133}" srcId="{BFC7FDC5-E256-4CEA-A6E1-9ABA6C5E8E60}" destId="{34815FB6-A898-4E8D-A18B-71C20F69E7F6}" srcOrd="3" destOrd="0" parTransId="{5248DE28-E071-4B0D-AD48-F4DD003314BF}" sibTransId="{63CC472C-2695-421D-89BD-4E701DCDED46}"/>
    <dgm:cxn modelId="{54E7CA34-06CC-4BB2-AC1D-6471AD3DDA12}" srcId="{BFC7FDC5-E256-4CEA-A6E1-9ABA6C5E8E60}" destId="{4900DFFA-C60B-475D-9E9B-F43795FBD9FE}" srcOrd="2" destOrd="0" parTransId="{A64D28F9-C907-4AAC-8353-0F19C71A0188}" sibTransId="{AB4CC60E-AEC9-4E3D-8BAF-D98D5FA91EED}"/>
    <dgm:cxn modelId="{9128047E-1E51-4856-AF5C-A657670B202B}" type="presOf" srcId="{1218F5C7-9704-4096-BE70-FABF8157CCB5}" destId="{3957CF0C-C41F-41BF-B46A-1F5CC59B5A8F}" srcOrd="0" destOrd="0" presId="urn:microsoft.com/office/officeart/2005/8/layout/vList2"/>
    <dgm:cxn modelId="{9673CB86-7485-42B9-A5FE-5781BBEC7280}" type="presOf" srcId="{34815FB6-A898-4E8D-A18B-71C20F69E7F6}" destId="{1E85E5F6-61AA-4A14-BD69-3E8B6C735779}" srcOrd="0" destOrd="0" presId="urn:microsoft.com/office/officeart/2005/8/layout/vList2"/>
    <dgm:cxn modelId="{CD0D0C8A-61DC-468C-85E1-3B44394A1C96}" srcId="{BFC7FDC5-E256-4CEA-A6E1-9ABA6C5E8E60}" destId="{00156378-E97C-4F93-9C81-70B11A231BC3}" srcOrd="1" destOrd="0" parTransId="{1EBACC46-001B-446C-8509-3BD5FB0EA552}" sibTransId="{A024F727-989C-46E5-95CA-2DAC03E35439}"/>
    <dgm:cxn modelId="{ABD27492-3F54-4CF3-8A0B-8412A3FB5751}" type="presOf" srcId="{4900DFFA-C60B-475D-9E9B-F43795FBD9FE}" destId="{3DC6D7C4-113B-4532-AD98-BC326FB43C98}" srcOrd="0" destOrd="0" presId="urn:microsoft.com/office/officeart/2005/8/layout/vList2"/>
    <dgm:cxn modelId="{8DA922A6-8EBA-41E5-89AE-596B9FB20C09}" type="presOf" srcId="{00156378-E97C-4F93-9C81-70B11A231BC3}" destId="{618F98AE-31FD-4E7A-99D3-B329491ABE23}" srcOrd="0" destOrd="0" presId="urn:microsoft.com/office/officeart/2005/8/layout/vList2"/>
    <dgm:cxn modelId="{B8A68EB5-168B-480C-AD9B-594CD907DC57}" type="presOf" srcId="{BFC7FDC5-E256-4CEA-A6E1-9ABA6C5E8E60}" destId="{316B1EE5-CC33-405E-8D3C-55C302E38342}" srcOrd="0" destOrd="0" presId="urn:microsoft.com/office/officeart/2005/8/layout/vList2"/>
    <dgm:cxn modelId="{74CDFEE3-0972-450C-8B81-2FE5BCD09591}" srcId="{BFC7FDC5-E256-4CEA-A6E1-9ABA6C5E8E60}" destId="{1218F5C7-9704-4096-BE70-FABF8157CCB5}" srcOrd="0" destOrd="0" parTransId="{E88AAFF7-9AED-4D1B-8288-424B05878B41}" sibTransId="{BFC99335-5F41-43A6-8FB1-DF72F6D61A01}"/>
    <dgm:cxn modelId="{6D015E99-E902-4634-BEE2-B0B24F693872}" type="presParOf" srcId="{316B1EE5-CC33-405E-8D3C-55C302E38342}" destId="{3957CF0C-C41F-41BF-B46A-1F5CC59B5A8F}" srcOrd="0" destOrd="0" presId="urn:microsoft.com/office/officeart/2005/8/layout/vList2"/>
    <dgm:cxn modelId="{C0E8A48E-48D2-428B-ACAF-FA5BF0E94850}" type="presParOf" srcId="{316B1EE5-CC33-405E-8D3C-55C302E38342}" destId="{913F9DB3-4B4D-4F3C-B4B5-03A94D1BBE16}" srcOrd="1" destOrd="0" presId="urn:microsoft.com/office/officeart/2005/8/layout/vList2"/>
    <dgm:cxn modelId="{EF409A70-37EE-4EFF-81A9-EB4AF613FD26}" type="presParOf" srcId="{316B1EE5-CC33-405E-8D3C-55C302E38342}" destId="{618F98AE-31FD-4E7A-99D3-B329491ABE23}" srcOrd="2" destOrd="0" presId="urn:microsoft.com/office/officeart/2005/8/layout/vList2"/>
    <dgm:cxn modelId="{D0EB4231-9875-4F9C-ACEC-A810774C6410}" type="presParOf" srcId="{316B1EE5-CC33-405E-8D3C-55C302E38342}" destId="{208799D7-55E9-4D06-9725-BFEC8933F3D3}" srcOrd="3" destOrd="0" presId="urn:microsoft.com/office/officeart/2005/8/layout/vList2"/>
    <dgm:cxn modelId="{7986E311-D054-408F-992E-4424132710CC}" type="presParOf" srcId="{316B1EE5-CC33-405E-8D3C-55C302E38342}" destId="{3DC6D7C4-113B-4532-AD98-BC326FB43C98}" srcOrd="4" destOrd="0" presId="urn:microsoft.com/office/officeart/2005/8/layout/vList2"/>
    <dgm:cxn modelId="{90A215AE-1C0C-4294-AF35-413E50E01238}" type="presParOf" srcId="{316B1EE5-CC33-405E-8D3C-55C302E38342}" destId="{242BF6F5-C39E-4971-87AA-2EAAE19B6EE8}" srcOrd="5" destOrd="0" presId="urn:microsoft.com/office/officeart/2005/8/layout/vList2"/>
    <dgm:cxn modelId="{D4C4A2D3-061C-4F1B-A9E0-CD30074160AA}" type="presParOf" srcId="{316B1EE5-CC33-405E-8D3C-55C302E38342}" destId="{1E85E5F6-61AA-4A14-BD69-3E8B6C7357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C1A69-A400-4AB0-B393-92420DB27C3F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2A2234-C734-43B4-91A6-63B08E329DD9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FE955-38C2-4FD2-8A21-962DDA8B12D6}">
      <dsp:nvSpPr>
        <dsp:cNvPr id="0" name=""/>
        <dsp:cNvSpPr/>
      </dsp:nvSpPr>
      <dsp:spPr>
        <a:xfrm>
          <a:off x="1840447" y="680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Tipo:</a:t>
          </a:r>
          <a:br>
            <a:rPr lang="es-ES" sz="2100" kern="1200" dirty="0"/>
          </a:br>
          <a:r>
            <a:rPr lang="es-ES" sz="2100" kern="1200" dirty="0"/>
            <a:t>-Estructurado</a:t>
          </a:r>
          <a:br>
            <a:rPr lang="es-ES" sz="2100" kern="1200" dirty="0"/>
          </a:br>
          <a:endParaRPr lang="en-US" sz="2100" kern="1200" dirty="0"/>
        </a:p>
      </dsp:txBody>
      <dsp:txXfrm>
        <a:off x="1840447" y="680"/>
        <a:ext cx="4420652" cy="1593460"/>
      </dsp:txXfrm>
    </dsp:sp>
    <dsp:sp modelId="{FFFC8E98-C745-49E6-9EA7-2244E668267F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7CE4B-52B2-4E09-A300-A5C451172491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C6D44-7AD2-4644-BD7B-E6B06E4AFF7F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Información que contiene:</a:t>
          </a:r>
          <a:br>
            <a:rPr lang="es-ES" sz="2100" kern="1200" dirty="0"/>
          </a:br>
          <a:r>
            <a:rPr lang="es-ES" sz="2100" kern="1200" dirty="0"/>
            <a:t>-Ventas, clientes, inventarios, empleados.</a:t>
          </a:r>
          <a:endParaRPr lang="en-US" sz="2100" kern="1200" dirty="0"/>
        </a:p>
      </dsp:txBody>
      <dsp:txXfrm>
        <a:off x="1840447" y="1992507"/>
        <a:ext cx="4420652" cy="1593460"/>
      </dsp:txXfrm>
    </dsp:sp>
    <dsp:sp modelId="{4025AAE0-AE10-4109-BC37-9004D3CBC4D5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0A18B-563C-4D8B-9CBA-3C518777DE51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0528D-4101-4D8C-921B-87BA56A4AF81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En que empresa se puede utilizar:</a:t>
          </a:r>
          <a:br>
            <a:rPr lang="es-ES" sz="2100" kern="1200" dirty="0"/>
          </a:br>
          <a:r>
            <a:rPr lang="es-ES" sz="2100" kern="1200" dirty="0"/>
            <a:t>-Supermercados, bancos, tiendas</a:t>
          </a:r>
          <a:endParaRPr lang="en-US" sz="2100" kern="1200" dirty="0"/>
        </a:p>
      </dsp:txBody>
      <dsp:txXfrm>
        <a:off x="1840447" y="3984333"/>
        <a:ext cx="4420652" cy="1593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C1A69-A400-4AB0-B393-92420DB27C3F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2A2234-C734-43B4-91A6-63B08E329DD9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FE955-38C2-4FD2-8A21-962DDA8B12D6}">
      <dsp:nvSpPr>
        <dsp:cNvPr id="0" name=""/>
        <dsp:cNvSpPr/>
      </dsp:nvSpPr>
      <dsp:spPr>
        <a:xfrm>
          <a:off x="1840447" y="680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Tipo:</a:t>
          </a:r>
          <a:br>
            <a:rPr lang="es-ES" sz="2000" kern="1200"/>
          </a:br>
          <a:r>
            <a:rPr lang="es-ES" sz="2000" kern="1200"/>
            <a:t>-Estructurado</a:t>
          </a:r>
          <a:br>
            <a:rPr lang="es-ES" sz="2000" kern="1200"/>
          </a:br>
          <a:endParaRPr lang="en-US" sz="2000" kern="1200"/>
        </a:p>
      </dsp:txBody>
      <dsp:txXfrm>
        <a:off x="1840447" y="680"/>
        <a:ext cx="4420652" cy="1593460"/>
      </dsp:txXfrm>
    </dsp:sp>
    <dsp:sp modelId="{FFFC8E98-C745-49E6-9EA7-2244E668267F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7CE4B-52B2-4E09-A300-A5C451172491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C6D44-7AD2-4644-BD7B-E6B06E4AFF7F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Información que contiene:</a:t>
          </a:r>
          <a:br>
            <a:rPr lang="es-ES" sz="2000" kern="1200"/>
          </a:br>
          <a:r>
            <a:rPr lang="es-ES" sz="2000" kern="1200"/>
            <a:t>- Reportes, inventarios, Presupuestos…</a:t>
          </a:r>
          <a:endParaRPr lang="en-US" sz="2000" kern="1200"/>
        </a:p>
      </dsp:txBody>
      <dsp:txXfrm>
        <a:off x="1840447" y="1992507"/>
        <a:ext cx="4420652" cy="1593460"/>
      </dsp:txXfrm>
    </dsp:sp>
    <dsp:sp modelId="{4025AAE0-AE10-4109-BC37-9004D3CBC4D5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0A18B-563C-4D8B-9CBA-3C518777DE51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0528D-4101-4D8C-921B-87BA56A4AF81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/>
            <a:t>En que empresa se puede utilizar:</a:t>
          </a:r>
          <a:br>
            <a:rPr lang="es-ES" sz="2000" kern="1200"/>
          </a:br>
          <a:r>
            <a:rPr lang="es-ES" sz="2000" kern="1200"/>
            <a:t>- Empresas de cualquier tipo que necesite registrar actividad de la empresa o clientes</a:t>
          </a:r>
          <a:endParaRPr lang="en-US" sz="2000" kern="1200"/>
        </a:p>
      </dsp:txBody>
      <dsp:txXfrm>
        <a:off x="1840447" y="3984333"/>
        <a:ext cx="4420652" cy="1593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C5A8E-4ACF-48C1-98A7-DE325D12F093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E67F15-9E9F-4289-BCAF-AB38B0EE79FA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EEF86-EB12-4B94-A798-BC5D4E94F75B}">
      <dsp:nvSpPr>
        <dsp:cNvPr id="0" name=""/>
        <dsp:cNvSpPr/>
      </dsp:nvSpPr>
      <dsp:spPr>
        <a:xfrm>
          <a:off x="1840447" y="680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Tipo:</a:t>
          </a:r>
          <a:br>
            <a:rPr lang="es-ES" sz="1700" kern="1200"/>
          </a:br>
          <a:r>
            <a:rPr lang="es-ES" sz="1700" kern="1200"/>
            <a:t>-No estructurado</a:t>
          </a:r>
          <a:br>
            <a:rPr lang="es-ES" sz="1700" kern="1200"/>
          </a:br>
          <a:endParaRPr lang="en-US" sz="1700" kern="1200"/>
        </a:p>
      </dsp:txBody>
      <dsp:txXfrm>
        <a:off x="1840447" y="680"/>
        <a:ext cx="4420652" cy="1593460"/>
      </dsp:txXfrm>
    </dsp:sp>
    <dsp:sp modelId="{EE78BB8D-4C88-43B2-8EB2-3B946CCBE2B5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56E7CC-AB79-4B19-889C-2CCF20B4B55B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FEB14-A08C-4C75-B5F3-9E3EDAB0D4C3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Información que contiene:</a:t>
          </a:r>
          <a:br>
            <a:rPr lang="es-ES" sz="1700" kern="1200"/>
          </a:br>
          <a:r>
            <a:rPr lang="es-ES" sz="1700" kern="1200"/>
            <a:t>-Diccionarios, etiquetas, Catalogos</a:t>
          </a:r>
          <a:endParaRPr lang="en-US" sz="1700" kern="1200"/>
        </a:p>
      </dsp:txBody>
      <dsp:txXfrm>
        <a:off x="1840447" y="1992507"/>
        <a:ext cx="4420652" cy="1593460"/>
      </dsp:txXfrm>
    </dsp:sp>
    <dsp:sp modelId="{23EE9F31-41AD-41FF-9DDC-A43ACECF0471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60394-CCD3-4CFD-8B31-A6DEE20DEBA0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44FB4-AB6B-4642-9801-99C1D6B7C3B0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En que empresa se puede utilizar:</a:t>
          </a:r>
          <a:br>
            <a:rPr lang="es-ES" sz="1700" kern="1200"/>
          </a:br>
          <a:r>
            <a:rPr lang="es-ES" sz="1700" kern="1200"/>
            <a:t>-Empresas tecnológicas con software, API, integración de sistemas, Empresas de comercio electrónico y telecomunicaciones</a:t>
          </a:r>
          <a:endParaRPr lang="en-US" sz="1700" kern="1200"/>
        </a:p>
      </dsp:txBody>
      <dsp:txXfrm>
        <a:off x="1840447" y="3984333"/>
        <a:ext cx="4420652" cy="15934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E11A9-3905-4528-A26C-6DBF2EA98300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D9A6B-29CB-4320-A74A-907CC3CF2743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7D767-8018-40A6-A270-30F6E1C27499}">
      <dsp:nvSpPr>
        <dsp:cNvPr id="0" name=""/>
        <dsp:cNvSpPr/>
      </dsp:nvSpPr>
      <dsp:spPr>
        <a:xfrm>
          <a:off x="1840447" y="680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Tipo:</a:t>
          </a:r>
          <a:br>
            <a:rPr lang="es-ES" sz="1800" kern="1200"/>
          </a:br>
          <a:r>
            <a:rPr lang="es-ES" sz="1800" kern="1200"/>
            <a:t>-Semiestructurado</a:t>
          </a:r>
          <a:br>
            <a:rPr lang="es-ES" sz="1800" kern="1200"/>
          </a:br>
          <a:endParaRPr lang="en-US" sz="1800" kern="1200"/>
        </a:p>
      </dsp:txBody>
      <dsp:txXfrm>
        <a:off x="1840447" y="680"/>
        <a:ext cx="4420652" cy="1593460"/>
      </dsp:txXfrm>
    </dsp:sp>
    <dsp:sp modelId="{3D3CF190-F6C9-4F59-9847-BDA8B74985A2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46004-57CC-4A52-8F80-556F17BDAF0A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764D4-F9F9-478F-B1A6-0E9EEA03283E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Información que contiene:</a:t>
          </a:r>
          <a:br>
            <a:rPr lang="es-ES" sz="1800" kern="1200"/>
          </a:br>
          <a:r>
            <a:rPr lang="es-ES" sz="1800" kern="1200"/>
            <a:t>-Productos, usuarios, Datos de API</a:t>
          </a:r>
          <a:endParaRPr lang="en-US" sz="1800" kern="1200"/>
        </a:p>
      </dsp:txBody>
      <dsp:txXfrm>
        <a:off x="1840447" y="1992507"/>
        <a:ext cx="4420652" cy="1593460"/>
      </dsp:txXfrm>
    </dsp:sp>
    <dsp:sp modelId="{DBCD9B69-D3B1-4157-ADA6-86C2C32D276F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71CC8-61DB-4472-B16B-06272F61AD3C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30341-D910-4A42-B300-534587C5F183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En que empresa se puede utilizar:</a:t>
          </a:r>
          <a:br>
            <a:rPr lang="es-ES" sz="1800" kern="1200"/>
          </a:br>
          <a:r>
            <a:rPr lang="es-ES" sz="1800" kern="1200"/>
            <a:t>- Empresas tecnológicas con software, API, integración de sistemas, Empresas de comercio electrónico y telecomunicaciones</a:t>
          </a:r>
          <a:endParaRPr lang="en-US" sz="1800" kern="1200"/>
        </a:p>
      </dsp:txBody>
      <dsp:txXfrm>
        <a:off x="1840447" y="3984333"/>
        <a:ext cx="4420652" cy="15934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13B5D-B204-4AC2-943E-954F6CDD1CA4}">
      <dsp:nvSpPr>
        <dsp:cNvPr id="0" name=""/>
        <dsp:cNvSpPr/>
      </dsp:nvSpPr>
      <dsp:spPr>
        <a:xfrm>
          <a:off x="0" y="680"/>
          <a:ext cx="6261100" cy="15934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6A0A4-2506-489D-B9B8-012E77B45597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7E997-A1EF-4790-A452-7BAD031BA771}">
      <dsp:nvSpPr>
        <dsp:cNvPr id="0" name=""/>
        <dsp:cNvSpPr/>
      </dsp:nvSpPr>
      <dsp:spPr>
        <a:xfrm>
          <a:off x="1840447" y="680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Tipo:</a:t>
          </a:r>
          <a:br>
            <a:rPr lang="es-ES" sz="1800" kern="1200"/>
          </a:br>
          <a:r>
            <a:rPr lang="es-ES" sz="1800" kern="1200"/>
            <a:t>-Estructurado</a:t>
          </a:r>
          <a:br>
            <a:rPr lang="es-ES" sz="1800" kern="1200"/>
          </a:br>
          <a:endParaRPr lang="en-US" sz="1800" kern="1200"/>
        </a:p>
      </dsp:txBody>
      <dsp:txXfrm>
        <a:off x="1840447" y="680"/>
        <a:ext cx="4420652" cy="1593460"/>
      </dsp:txXfrm>
    </dsp:sp>
    <dsp:sp modelId="{40A40AF3-8723-4022-BE90-88B166EE0E93}">
      <dsp:nvSpPr>
        <dsp:cNvPr id="0" name=""/>
        <dsp:cNvSpPr/>
      </dsp:nvSpPr>
      <dsp:spPr>
        <a:xfrm>
          <a:off x="0" y="1992507"/>
          <a:ext cx="6261100" cy="15934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99873-55B6-4491-B7C8-9CEFC3F035B9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1DC90-05AE-450D-8124-7CC1722EA686}">
      <dsp:nvSpPr>
        <dsp:cNvPr id="0" name=""/>
        <dsp:cNvSpPr/>
      </dsp:nvSpPr>
      <dsp:spPr>
        <a:xfrm>
          <a:off x="1840447" y="1992507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Información que contiene:</a:t>
          </a:r>
          <a:br>
            <a:rPr lang="es-ES" sz="1800" kern="1200"/>
          </a:br>
          <a:r>
            <a:rPr lang="es-ES" sz="1800" kern="1200"/>
            <a:t>-Datos de tablas asignadas, datos de ventas o clientes</a:t>
          </a:r>
          <a:endParaRPr lang="en-US" sz="1800" kern="1200"/>
        </a:p>
      </dsp:txBody>
      <dsp:txXfrm>
        <a:off x="1840447" y="1992507"/>
        <a:ext cx="4420652" cy="1593460"/>
      </dsp:txXfrm>
    </dsp:sp>
    <dsp:sp modelId="{9F911E00-1617-4DE1-AFC5-3548FBDF2B45}">
      <dsp:nvSpPr>
        <dsp:cNvPr id="0" name=""/>
        <dsp:cNvSpPr/>
      </dsp:nvSpPr>
      <dsp:spPr>
        <a:xfrm>
          <a:off x="0" y="3984333"/>
          <a:ext cx="6261100" cy="15934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C455C-C744-4011-B1DE-22AD197C3D10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93C82D-39A6-44BA-9741-2A2C42170214}">
      <dsp:nvSpPr>
        <dsp:cNvPr id="0" name=""/>
        <dsp:cNvSpPr/>
      </dsp:nvSpPr>
      <dsp:spPr>
        <a:xfrm>
          <a:off x="1840447" y="3984333"/>
          <a:ext cx="4420652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En que empresa se puede utilizar:</a:t>
          </a:r>
          <a:br>
            <a:rPr lang="es-ES" sz="1800" kern="1200"/>
          </a:br>
          <a:r>
            <a:rPr lang="es-ES" sz="1800" kern="1200"/>
            <a:t>- Comercio electrónico, Empresas de redes sociales, cualquier tipo de empresa que registre datos, Empresa de logistica</a:t>
          </a:r>
          <a:endParaRPr lang="en-US" sz="1800" kern="1200"/>
        </a:p>
      </dsp:txBody>
      <dsp:txXfrm>
        <a:off x="1840447" y="3984333"/>
        <a:ext cx="4420652" cy="15934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E44BB-02D5-4A6A-AA71-9E6744454A78}">
      <dsp:nvSpPr>
        <dsp:cNvPr id="0" name=""/>
        <dsp:cNvSpPr/>
      </dsp:nvSpPr>
      <dsp:spPr>
        <a:xfrm>
          <a:off x="0" y="56657"/>
          <a:ext cx="6261100" cy="12928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 dirty="0"/>
            <a:t>Ejemplo:</a:t>
          </a:r>
          <a:endParaRPr lang="en-US" sz="3400" kern="1200" dirty="0"/>
        </a:p>
      </dsp:txBody>
      <dsp:txXfrm>
        <a:off x="63112" y="119769"/>
        <a:ext cx="6134876" cy="1166626"/>
      </dsp:txXfrm>
    </dsp:sp>
    <dsp:sp modelId="{E81DB061-9179-4EE1-9321-3A56C6357A44}">
      <dsp:nvSpPr>
        <dsp:cNvPr id="0" name=""/>
        <dsp:cNvSpPr/>
      </dsp:nvSpPr>
      <dsp:spPr>
        <a:xfrm>
          <a:off x="0" y="1447427"/>
          <a:ext cx="6261100" cy="12928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Decimales: 0.19</a:t>
          </a:r>
          <a:endParaRPr lang="en-US" sz="3400" kern="1200"/>
        </a:p>
      </dsp:txBody>
      <dsp:txXfrm>
        <a:off x="63112" y="1510539"/>
        <a:ext cx="6134876" cy="1166626"/>
      </dsp:txXfrm>
    </dsp:sp>
    <dsp:sp modelId="{8906A9E8-3457-47C5-8537-C4B052FC0D78}">
      <dsp:nvSpPr>
        <dsp:cNvPr id="0" name=""/>
        <dsp:cNvSpPr/>
      </dsp:nvSpPr>
      <dsp:spPr>
        <a:xfrm>
          <a:off x="0" y="2838197"/>
          <a:ext cx="6261100" cy="12928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Entero: 5</a:t>
          </a:r>
          <a:endParaRPr lang="en-US" sz="3400" kern="1200"/>
        </a:p>
      </dsp:txBody>
      <dsp:txXfrm>
        <a:off x="63112" y="2901309"/>
        <a:ext cx="6134876" cy="1166626"/>
      </dsp:txXfrm>
    </dsp:sp>
    <dsp:sp modelId="{FF5F6F91-F598-4836-B254-32D6BBE30850}">
      <dsp:nvSpPr>
        <dsp:cNvPr id="0" name=""/>
        <dsp:cNvSpPr/>
      </dsp:nvSpPr>
      <dsp:spPr>
        <a:xfrm>
          <a:off x="0" y="4228967"/>
          <a:ext cx="6261100" cy="12928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INT, BIGINT, SMALLINT, TINYINT, DECIMAL, NUMERIC…</a:t>
          </a:r>
        </a:p>
      </dsp:txBody>
      <dsp:txXfrm>
        <a:off x="63112" y="4292079"/>
        <a:ext cx="6134876" cy="11666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7CF0C-C41F-41BF-B46A-1F5CC59B5A8F}">
      <dsp:nvSpPr>
        <dsp:cNvPr id="0" name=""/>
        <dsp:cNvSpPr/>
      </dsp:nvSpPr>
      <dsp:spPr>
        <a:xfrm>
          <a:off x="0" y="39650"/>
          <a:ext cx="6261100" cy="14215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Ejemplo</a:t>
          </a:r>
          <a:endParaRPr lang="en-US" sz="2700" kern="1200"/>
        </a:p>
      </dsp:txBody>
      <dsp:txXfrm>
        <a:off x="69394" y="109044"/>
        <a:ext cx="6122312" cy="1282762"/>
      </dsp:txXfrm>
    </dsp:sp>
    <dsp:sp modelId="{618F98AE-31FD-4E7A-99D3-B329491ABE23}">
      <dsp:nvSpPr>
        <dsp:cNvPr id="0" name=""/>
        <dsp:cNvSpPr/>
      </dsp:nvSpPr>
      <dsp:spPr>
        <a:xfrm>
          <a:off x="0" y="1538960"/>
          <a:ext cx="6261100" cy="14215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String: “ Hola “</a:t>
          </a:r>
          <a:endParaRPr lang="en-US" sz="2700" kern="1200"/>
        </a:p>
      </dsp:txBody>
      <dsp:txXfrm>
        <a:off x="69394" y="1608354"/>
        <a:ext cx="6122312" cy="1282762"/>
      </dsp:txXfrm>
    </dsp:sp>
    <dsp:sp modelId="{3DC6D7C4-113B-4532-AD98-BC326FB43C98}">
      <dsp:nvSpPr>
        <dsp:cNvPr id="0" name=""/>
        <dsp:cNvSpPr/>
      </dsp:nvSpPr>
      <dsp:spPr>
        <a:xfrm>
          <a:off x="0" y="3038271"/>
          <a:ext cx="6261100" cy="14215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Date: “14 De Febrero”</a:t>
          </a:r>
          <a:endParaRPr lang="en-US" sz="2700" kern="1200"/>
        </a:p>
      </dsp:txBody>
      <dsp:txXfrm>
        <a:off x="69394" y="3107665"/>
        <a:ext cx="6122312" cy="1282762"/>
      </dsp:txXfrm>
    </dsp:sp>
    <dsp:sp modelId="{1E85E5F6-61AA-4A14-BD69-3E8B6C735779}">
      <dsp:nvSpPr>
        <dsp:cNvPr id="0" name=""/>
        <dsp:cNvSpPr/>
      </dsp:nvSpPr>
      <dsp:spPr>
        <a:xfrm>
          <a:off x="0" y="4537581"/>
          <a:ext cx="6261100" cy="142155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CHAR(n), VARCHAR(n), NVARCHAR(n)...</a:t>
          </a:r>
          <a:br>
            <a:rPr lang="es-ES" sz="2700" kern="1200"/>
          </a:br>
          <a:endParaRPr lang="en-US" sz="2700" kern="1200"/>
        </a:p>
      </dsp:txBody>
      <dsp:txXfrm>
        <a:off x="69394" y="4606975"/>
        <a:ext cx="6122312" cy="1282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10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18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630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898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26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80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0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15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62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631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9561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2004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553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201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6876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2621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758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6321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DD1A1-04EB-702F-7371-8A027234F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989091"/>
            <a:ext cx="7604142" cy="1117687"/>
          </a:xfrm>
        </p:spPr>
        <p:txBody>
          <a:bodyPr/>
          <a:lstStyle/>
          <a:p>
            <a:r>
              <a:rPr lang="es-ES" sz="4400" dirty="0"/>
              <a:t>Formato de datos y su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330282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CDC08-C72C-6BDD-8C4D-13E0CA2D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1B0D0D-26C4-6EDE-3C67-46A1E958A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B3C573-4669-86FE-D4E8-664C73295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D3A311C-61D6-BEB6-FA17-9D2A6BFD4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FFC00B-6BDF-C6A3-AF43-2E7701FFA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5E12450-8350-1099-DD4F-6FA73FF12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527FBE-A455-A978-0BF2-E0328C36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ES" sz="4400" dirty="0"/>
              <a:t>CSV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D610B3C-E81E-9855-09C6-6941E6665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51529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74410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219769-A62D-C2C8-481F-1BDCFD12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ES" sz="4400"/>
              <a:t>Excel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B4F2B42-98D7-1851-E725-1C14F93F1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09777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5888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852A21-D99D-32A8-11A8-693838400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ES" sz="4400"/>
              <a:t>XML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5A445F2-7ABC-763F-6BF7-4BEAD2981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2421470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0097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A32300-3530-866A-F36D-338AA7A0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ES" sz="4400"/>
              <a:t>JSON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56BF4A0-18FD-08BD-F821-31FF91DB7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081171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8828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7A175C-EFE7-A759-1602-49B2FB8C2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ES" sz="4400"/>
              <a:t>SQL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40FEFCF-0C74-478E-905F-48FA9FE98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00680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057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DB3D6-6261-C2AC-8C9F-3F258FC2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Numero de columnas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03B056-4D55-1C24-EA25-4B91E508037B}"/>
              </a:ext>
            </a:extLst>
          </p:cNvPr>
          <p:cNvSpPr txBox="1"/>
          <p:nvPr/>
        </p:nvSpPr>
        <p:spPr>
          <a:xfrm>
            <a:off x="680321" y="2127926"/>
            <a:ext cx="348934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br>
              <a:rPr lang="en-US" dirty="0"/>
            </a:br>
            <a:r>
              <a:rPr lang="en-US" dirty="0"/>
              <a:t>4 columnas</a:t>
            </a:r>
            <a:br>
              <a:rPr lang="en-US" dirty="0"/>
            </a:br>
            <a:r>
              <a:rPr lang="en-US" dirty="0"/>
              <a:t>6 </a:t>
            </a:r>
            <a:r>
              <a:rPr lang="en-US" dirty="0" err="1"/>
              <a:t>filas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43EE039-3F0A-C7FB-55ED-39F3C62AD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2461214"/>
            <a:ext cx="5639886" cy="146637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59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CA8D-52FB-F256-1426-59A0138F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Numero aproximado de registros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2B15B-BD89-6926-E3DD-E74677D9C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3 registros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3B38D19-2FC4-865D-ABAE-0F049A934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111" y="2474119"/>
            <a:ext cx="50006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5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D417EA-37A1-183F-A8CE-1ADBD85D2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ES" sz="4400"/>
              <a:t>Campos numericos</a:t>
            </a:r>
          </a:p>
        </p:txBody>
      </p:sp>
      <p:graphicFrame>
        <p:nvGraphicFramePr>
          <p:cNvPr id="15" name="Marcador de contenido 12">
            <a:extLst>
              <a:ext uri="{FF2B5EF4-FFF2-40B4-BE49-F238E27FC236}">
                <a16:creationId xmlns:a16="http://schemas.microsoft.com/office/drawing/2014/main" id="{01D03994-C9E2-5AA9-5FC0-20BF9B79A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93175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8711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23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B12EB2-4C95-E7DB-0A32-03D7D6B6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s-ES" sz="4400"/>
              <a:t>Campos de texto</a:t>
            </a:r>
          </a:p>
        </p:txBody>
      </p:sp>
      <p:graphicFrame>
        <p:nvGraphicFramePr>
          <p:cNvPr id="24" name="Marcador de contenido 2">
            <a:extLst>
              <a:ext uri="{FF2B5EF4-FFF2-40B4-BE49-F238E27FC236}">
                <a16:creationId xmlns:a16="http://schemas.microsoft.com/office/drawing/2014/main" id="{C597FA64-4691-BFEC-967D-FEDCF6847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320997"/>
              </p:ext>
            </p:extLst>
          </p:nvPr>
        </p:nvGraphicFramePr>
        <p:xfrm>
          <a:off x="5284788" y="219457"/>
          <a:ext cx="6261100" cy="5998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334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3E872-14F4-21BB-042A-5ABA38AE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Posibles problemas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7A17F-9324-2DD4-4327-332B552C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796935" cy="3599316"/>
          </a:xfrm>
        </p:spPr>
        <p:txBody>
          <a:bodyPr>
            <a:normAutofit/>
          </a:bodyPr>
          <a:lstStyle/>
          <a:p>
            <a:r>
              <a:rPr lang="es-ES" sz="1200" dirty="0"/>
              <a:t>Campos vacíos (valores nulos): Registros donde falta información en uno o más campos, ya sea porque no se capturó, no se ingresó o se perdió en el proceso. Dificulta el análisis y puede generar errores en cálculos o reportes.</a:t>
            </a:r>
          </a:p>
          <a:p>
            <a:r>
              <a:rPr lang="es-ES" sz="1200" dirty="0"/>
              <a:t>Formatos inconsistentes: La misma información se representa de distintas formas (ej. fechas como "01/07/2026" y "2026-07-01", o "CR" vs "Costa Rica"). Esto complica la comparación, el filtrado y la integración de datos de distintas fuentes.</a:t>
            </a:r>
          </a:p>
          <a:p>
            <a:r>
              <a:rPr lang="es-ES" sz="1200" dirty="0"/>
              <a:t>Duplicados: Registros repetidos que representan la misma entidad o evento (ej. un mismo cliente registrado dos veces con ligeras variaciones). Puede inflar estadísticas, sesgar resultados y generar redundancia innecesaria.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55D521-3C88-83CC-6BA2-E1DB241C8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69631"/>
            <a:ext cx="5434414" cy="34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48558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78</TotalTime>
  <Words>420</Words>
  <Application>Microsoft Office PowerPoint</Application>
  <PresentationFormat>Panorámica</PresentationFormat>
  <Paragraphs>39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Berlín</vt:lpstr>
      <vt:lpstr>Formato de datos y su clasificación</vt:lpstr>
      <vt:lpstr>CSV</vt:lpstr>
      <vt:lpstr>Excel</vt:lpstr>
      <vt:lpstr>XML</vt:lpstr>
      <vt:lpstr>JSON</vt:lpstr>
      <vt:lpstr>SQL</vt:lpstr>
      <vt:lpstr>Numero de columnas</vt:lpstr>
      <vt:lpstr>Numero aproximado de registros</vt:lpstr>
      <vt:lpstr>Campos numericos</vt:lpstr>
      <vt:lpstr>Campos de texto</vt:lpstr>
      <vt:lpstr>Posibles problemas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 VILLALOBOS SANCHEZ</dc:creator>
  <cp:lastModifiedBy>EDUARDO  VILLALOBOS SANCHEZ</cp:lastModifiedBy>
  <cp:revision>2</cp:revision>
  <dcterms:created xsi:type="dcterms:W3CDTF">2026-07-09T16:40:25Z</dcterms:created>
  <dcterms:modified xsi:type="dcterms:W3CDTF">2026-07-09T17:59:14Z</dcterms:modified>
</cp:coreProperties>
</file>